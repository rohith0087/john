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91674bd9ae4684" /><Relationship Type="http://schemas.openxmlformats.org/officeDocument/2006/relationships/extended-properties" Target="/docProps/app.xml" Id="R5de2b745b0f44c9d" /><Relationship Type="http://schemas.openxmlformats.org/officeDocument/2006/relationships/officeDocument" Target="/ppt/presentation.xml" Id="R45744362210548ad" /></Relationships>
</file>

<file path=ppt/presentation.xml><?xml version="1.0" encoding="utf-8"?>
<p:presentation xmlns:p="http://schemas.openxmlformats.org/presentationml/2006/main">
  <p:sldMasterIdLst>
    <p:sldMasterId xmlns:r="http://schemas.openxmlformats.org/officeDocument/2006/relationships" id="2147483648" r:id="Ra4473ede8dcc45a2"/>
  </p:sldMasterIdLst>
  <p:notesMasterIdLst>
    <p:notesMasterId xmlns:r="http://schemas.openxmlformats.org/officeDocument/2006/relationships" r:id="R2fcbd4a762bf4043"/>
  </p:notesMasterIdLst>
  <p:sldIdLst>
    <p:sldId xmlns:r="http://schemas.openxmlformats.org/officeDocument/2006/relationships" id="256" r:id="Rbc7db559cbfc4ff3"/>
    <p:sldId xmlns:r="http://schemas.openxmlformats.org/officeDocument/2006/relationships" id="257" r:id="Rc735323285ac4a0b"/>
    <p:sldId xmlns:r="http://schemas.openxmlformats.org/officeDocument/2006/relationships" id="258" r:id="Ra5feed53a0ba44c6"/>
    <p:sldId xmlns:r="http://schemas.openxmlformats.org/officeDocument/2006/relationships" id="259" r:id="R89a036ff176240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8e00fd29a9417d" /><Relationship Type="http://schemas.openxmlformats.org/officeDocument/2006/relationships/slideMaster" Target="/ppt/slideMasters/slideMaster1.xml" Id="Ra4473ede8dcc45a2" /><Relationship Type="http://schemas.openxmlformats.org/officeDocument/2006/relationships/notesMaster" Target="/ppt/notesMasters/notesMaster1.xml" Id="R2fcbd4a762bf4043" /><Relationship Type="http://schemas.openxmlformats.org/officeDocument/2006/relationships/presProps" Target="/ppt/presProps.xml" Id="Ra38f4d1c5bde42f5" /><Relationship Type="http://schemas.openxmlformats.org/officeDocument/2006/relationships/tableStyles" Target="/ppt/tableStyles.xml" Id="Re453947cafc94aec" /><Relationship Type="http://schemas.openxmlformats.org/officeDocument/2006/relationships/slide" Target="/ppt/slides/slide1.xml" Id="Rbc7db559cbfc4ff3" /><Relationship Type="http://schemas.openxmlformats.org/officeDocument/2006/relationships/slide" Target="/ppt/slides/slide2.xml" Id="Rc735323285ac4a0b" /><Relationship Type="http://schemas.openxmlformats.org/officeDocument/2006/relationships/slide" Target="/ppt/slides/slide3.xml" Id="Ra5feed53a0ba44c6" /><Relationship Type="http://schemas.openxmlformats.org/officeDocument/2006/relationships/slide" Target="/ppt/slides/slide4.xml" Id="R89a036ff176240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48e05c242644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e614c835334e1e" /><Relationship Type="http://schemas.openxmlformats.org/officeDocument/2006/relationships/notesMaster" Target="/ppt/notesMasters/notesMaster1.xml" Id="R1a8dce684d0c43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62e197e5d14fa7" /><Relationship Type="http://schemas.openxmlformats.org/officeDocument/2006/relationships/notesMaster" Target="/ppt/notesMasters/notesMaster1.xml" Id="R58a8bc8d886242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3debfa268d4169" /><Relationship Type="http://schemas.openxmlformats.org/officeDocument/2006/relationships/notesMaster" Target="/ppt/notesMasters/notesMaster1.xml" Id="R5ca891c5ea01415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37e4c910c44330" /><Relationship Type="http://schemas.openxmlformats.org/officeDocument/2006/relationships/notesMaster" Target="/ppt/notesMasters/notesMaster1.xml" Id="Rebafb14ef15840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IDN Watch as a working proof of concept for a recommendation module inside the client’s existing dashboard. IDN means integrated delivery network, or health system. The module helps suppliers understand what changed at followed accounts and decide what to research next. It does not establish a buying opportunity or predict sales.</a:t>
            </a:r>
          </a:p>
          <a:p xmlns:a="http://schemas.openxmlformats.org/drawingml/2006/main">
            <a:r>
              <a:t/>
            </a:r>
          </a:p>
          <a:p xmlns:a="http://schemas.openxmlformats.org/drawingml/2006/main">
            <a:r>
              <a:t>Suggested opening: We already have information about health systems. This POC explores how to turn new developments into a short, reviewed list of useful follow-ups.</a:t>
            </a:r>
          </a:p>
          <a:p xmlns:a="http://schemas.openxmlformats.org/drawingml/2006/main">
            <a:r>
              <a:t/>
            </a:r>
          </a:p>
          <a:p xmlns:a="http://schemas.openxmlformats.org/drawingml/2006/main">
            <a:r>
              <a:t>Source: Current local IDN Watch application and project scope, 21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business process. First, the supplier selects the parent health systems they follow. GPT web search discovers recent articles on configured official source hosts. The collector must retrieve article text before it can summarize it. If a website blocks retrieval, the app records the coverage gap and keeps saved data.</a:t>
            </a:r>
          </a:p>
          <a:p xmlns:a="http://schemas.openxmlformats.org/drawingml/2006/main">
            <a:r>
              <a:t/>
            </a:r>
          </a:p>
          <a:p xmlns:a="http://schemas.openxmlformats.org/drawingml/2006/main">
            <a:r>
              <a:t>Organize means assigning consistent fields such as parent IDN, facility, development type, project stage and supported figures. GPT writes a short factual summary using saved article passages. Structural checks and evidence-reference checks run before storage. These checks still require human source review.</a:t>
            </a:r>
          </a:p>
          <a:p xmlns:a="http://schemas.openxmlformats.org/drawingml/2006/main">
            <a:r>
              <a:t/>
            </a:r>
          </a:p>
          <a:p xmlns:a="http://schemas.openxmlformats.org/drawingml/2006/main">
            <a:r>
              <a:t>An editor checks the source and can correct facts. New or changed versions return to pending. Approved collected updates enter the default sales feed. An explicit draft preview can show pending suggestions without approving them.</a:t>
            </a:r>
          </a:p>
          <a:p xmlns:a="http://schemas.openxmlformats.org/drawingml/2006/main">
            <a:r>
              <a:t/>
            </a:r>
          </a:p>
          <a:p xmlns:a="http://schemas.openxmlformats.org/drawingml/2006/main">
            <a:r>
              <a:t>Finally, the same rule-based scoring method prioritizes the approved pool. Selection of followed IDNs filters the visible feed before top actions are chosen. The expanded account brief shows evidence, qualification steps and context visuals when source facts support them.</a:t>
            </a:r>
          </a:p>
          <a:p xmlns:a="http://schemas.openxmlformats.org/drawingml/2006/main">
            <a:r>
              <a:t/>
            </a:r>
          </a:p>
          <a:p xmlns:a="http://schemas.openxmlformats.org/drawingml/2006/main">
            <a:r>
              <a:t>Source: collector.py, openai_pipeline.py, app.py, intelligence.py and web/app.js in the current local POC, 21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two decisions separate. Content review decides eligibility. Approve includes the current collected version in the local sales feed. Reject excludes it. Reset returns it to pending. A changed version requires review again. Approval does not publish anything to the client’s platform.</a:t>
            </a:r>
          </a:p>
          <a:p xmlns:a="http://schemas.openxmlformats.org/drawingml/2006/main">
            <a:r>
              <a:t/>
            </a:r>
          </a:p>
          <a:p xmlns:a="http://schemas.openxmlformats.org/drawingml/2006/main">
            <a:r>
              <a:t>Ranking decides order among eligible records using fixed shared factors. Scale of change contributes up to 30, supplier relevance 25, next-step clarity 15, recency 15 and source verification 15. Supplier relevance is currently a general category-level assessment. The method is not tailored to each supplier’s product catalog. Source checking is separate from approval. An approval click does not increase verification points.</a:t>
            </a:r>
          </a:p>
          <a:p xmlns:a="http://schemas.openxmlformats.org/drawingml/2006/main">
            <a:r>
              <a:t/>
            </a:r>
          </a:p>
          <a:p xmlns:a="http://schemas.openxmlformats.org/drawingml/2006/main">
            <a:r>
              <a:t>These weights are provisional business rules. Scores indicate research priority, not buying probability or predicted revenue. Approve/reject decisions are logged for audit. They do not automatically change the weights or retrain GPT.</a:t>
            </a:r>
          </a:p>
          <a:p xmlns:a="http://schemas.openxmlformats.org/drawingml/2006/main">
            <a:r>
              <a:t/>
            </a:r>
          </a:p>
          <a:p xmlns:a="http://schemas.openxmlformats.org/drawingml/2006/main">
            <a:r>
              <a:t>Source: app.py review and ingestion behavior, intelligence.py recommend(), and recommendations.py METHOD in the current local POC, 21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future capability. Learning from human feedback, sometimes described as RLHF, is one possible future method. No reinforcement-learning or personalized recommendation engine is implemented today.</a:t>
            </a:r>
          </a:p>
          <a:p xmlns:a="http://schemas.openxmlformats.org/drawingml/2006/main">
            <a:r>
              <a:t/>
            </a:r>
          </a:p>
          <a:p xmlns:a="http://schemas.openxmlformats.org/drawingml/2006/main">
            <a:r>
              <a:t>Supplier products, territory and account context could inform personalized action suggestions. Feedback should capture why a suggestion was useful or rejected, such as product fit, timing, incorrect facts or insufficient evidence. Editorial accuracy decisions and sales usefulness feedback should remain distinguishable. A rejection does not necessarily mean the underlying event is false.</a:t>
            </a:r>
          </a:p>
          <a:p xmlns:a="http://schemas.openxmlformats.org/drawingml/2006/main">
            <a:r>
              <a:t/>
            </a:r>
          </a:p>
          <a:p xmlns:a="http://schemas.openxmlformats.org/drawingml/2006/main">
            <a:r>
              <a:t>Reasons and observed outcomes can provide examples for improvement. Begin with measured rule adjustments or a recommendation model evaluated offline. More advanced training, including RLHF, would require enough high-quality labeled examples and evidence that it improves useful recommendations. A click alone does not automatically train a model.</a:t>
            </a:r>
          </a:p>
          <a:p xmlns:a="http://schemas.openxmlformats.org/drawingml/2006/main">
            <a:r>
              <a:t/>
            </a:r>
          </a:p>
          <a:p xmlns:a="http://schemas.openxmlformats.org/drawingml/2006/main">
            <a:r>
              <a:t>Compare proposed changes with the current shared ranking method before release. Preserve source evidence, explainable priority and the human review gate. For example, the same expansion might deserve a different follow-up for an equipment supplier and a facilities-services supplier.</a:t>
            </a:r>
          </a:p>
          <a:p xmlns:a="http://schemas.openxmlformats.org/drawingml/2006/main">
            <a:r>
              <a:t/>
            </a:r>
          </a:p>
          <a:p xmlns:a="http://schemas.openxmlformats.org/drawingml/2006/main">
            <a:r>
              <a:t>Source: user-stated future scope and current POC limitations. The loop depicts a proposed process, not current model behavior or a validated sales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0b3a5b193543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7d5186dd414b7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4cfc6bfdf74e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d971eddb2344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046af4f6e548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6cece189b74d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8D5E6A-6F1E-4D28-8080-83A7A3D2D83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65766C-97ED-48BB-8D88-21E95B577E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F7BD87-DA02-4B45-9C7A-66AA51934B9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C96504-F13F-40B7-99D2-1C6F498E1F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E7612D-433B-4693-89A7-2DEF7D693F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CCB6FC-0EE3-4883-8075-1E9CEFCE48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3F1BD1-B60B-4C01-B07F-A611825D71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C88896-E616-47A2-8EEB-956D388B62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B2E06E-FD31-46F1-8118-5535AF99B1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85B791-6C95-4079-9412-03FAC2B1F2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fe708f58284218" /><Relationship Type="http://schemas.openxmlformats.org/officeDocument/2006/relationships/slideLayout" Target="/ppt/slideLayouts/slideLayout1.xml" Id="R63c1ec3227554572" /><Relationship Type="http://schemas.openxmlformats.org/officeDocument/2006/relationships/slideLayout" Target="/ppt/slideLayouts/slideLayout2.xml" Id="Rb6cb3d8809164846" /><Relationship Type="http://schemas.openxmlformats.org/officeDocument/2006/relationships/slideLayout" Target="/ppt/slideLayouts/slideLayout3.xml" Id="Rf318dd91cafd4a4d" /><Relationship Type="http://schemas.openxmlformats.org/officeDocument/2006/relationships/slideLayout" Target="/ppt/slideLayouts/slideLayout4.xml" Id="R16123659ad2542de" /><Relationship Type="http://schemas.openxmlformats.org/officeDocument/2006/relationships/slideLayout" Target="/ppt/slideLayouts/slideLayout5.xml" Id="Rc65b041edb904520" /><Relationship Type="http://schemas.openxmlformats.org/officeDocument/2006/relationships/slideLayout" Target="/ppt/slideLayouts/slideLayout6.xml" Id="Rb6b0f028310440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c1ec3227554572"/>
    <p:sldLayoutId xmlns:r="http://schemas.openxmlformats.org/officeDocument/2006/relationships" id="2147483650" r:id="Rb6cb3d8809164846"/>
    <p:sldLayoutId xmlns:r="http://schemas.openxmlformats.org/officeDocument/2006/relationships" id="2147483651" r:id="Rf318dd91cafd4a4d"/>
    <p:sldLayoutId xmlns:r="http://schemas.openxmlformats.org/officeDocument/2006/relationships" id="2147483652" r:id="R16123659ad2542de"/>
    <p:sldLayoutId xmlns:r="http://schemas.openxmlformats.org/officeDocument/2006/relationships" id="2147483653" r:id="Rc65b041edb904520"/>
    <p:sldLayoutId xmlns:r="http://schemas.openxmlformats.org/officeDocument/2006/relationships" id="2147483654" r:id="Rb6b0f028310440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d74aa824494d89" /><Relationship Type="http://schemas.openxmlformats.org/officeDocument/2006/relationships/notesSlide" Target="/ppt/notesSlides/notesSlide1.xml" Id="R322d7d6af79645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1285a1a47104af7" /><Relationship Type="http://schemas.openxmlformats.org/officeDocument/2006/relationships/notesSlide" Target="/ppt/notesSlides/notesSlide2.xml" Id="R4ae08645dd7148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28a3947f9645f9" /><Relationship Type="http://schemas.openxmlformats.org/officeDocument/2006/relationships/notesSlide" Target="/ppt/notesSlides/notesSlide3.xml" Id="R2d233e53c4dc4b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21ab146ad243a0" /><Relationship Type="http://schemas.openxmlformats.org/officeDocument/2006/relationships/notesSlide" Target="/ppt/notesSlides/notesSlide4.xml" Id="Ra60a67994f3b48d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brand">
            <a:extLst xmlns:a="http://schemas.openxmlformats.org/drawingml/2006/main">
              <a:ext uri="{FF2B5EF4-FFF2-40B4-BE49-F238E27FC236}">
                <a16:creationId xmlns:a16="http://schemas.microsoft.com/office/drawing/2014/main" id="{C29B7421-F048-48EC-93A7-921F3D370EB0}"/>
              </a:ext>
            </a:extLst>
          </p:cNvPr>
          <p:cNvSpPr>
            <a:spLocks xmlns:a="http://schemas.openxmlformats.org/drawingml/2006/main" noGrp="1"/>
          </p:cNvSpPr>
          <p:nvPr/>
        </p:nvSpPr>
        <p:spPr>
          <a:xfrm xmlns:a="http://schemas.openxmlformats.org/drawingml/2006/main">
            <a:off x="685800" y="6191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168A8"/>
                </a:solidFill>
                <a:latin typeface="Segoe UI"/>
                <a:ea typeface="Segoe UI"/>
                <a:cs typeface="Segoe UI"/>
              </a:defRPr>
            </a:defPPr>
            <a:lvl1pPr>
              <a:defRPr sz="2100" b="1">
                <a:solidFill>
                  <a:srgbClr val="2168A8"/>
                </a:solidFill>
                <a:latin typeface="Segoe UI"/>
                <a:ea typeface="Segoe UI"/>
                <a:cs typeface="Segoe UI"/>
              </a:defRPr>
            </a:lvl1pPr>
            <a:lvl2pPr>
              <a:defRPr sz="2100" b="1">
                <a:solidFill>
                  <a:srgbClr val="2168A8"/>
                </a:solidFill>
                <a:latin typeface="Segoe UI"/>
                <a:ea typeface="Segoe UI"/>
                <a:cs typeface="Segoe UI"/>
              </a:defRPr>
            </a:lvl2pPr>
            <a:lvl3pPr>
              <a:defRPr sz="2100" b="1">
                <a:solidFill>
                  <a:srgbClr val="2168A8"/>
                </a:solidFill>
                <a:latin typeface="Segoe UI"/>
                <a:ea typeface="Segoe UI"/>
                <a:cs typeface="Segoe UI"/>
              </a:defRPr>
            </a:lvl3pPr>
            <a:lvl4pPr>
              <a:defRPr sz="2100" b="1">
                <a:solidFill>
                  <a:srgbClr val="2168A8"/>
                </a:solidFill>
                <a:latin typeface="Segoe UI"/>
                <a:ea typeface="Segoe UI"/>
                <a:cs typeface="Segoe UI"/>
              </a:defRPr>
            </a:lvl4pPr>
            <a:lvl5pPr>
              <a:defRPr sz="2100" b="1">
                <a:solidFill>
                  <a:srgbClr val="2168A8"/>
                </a:solidFill>
                <a:latin typeface="Segoe UI"/>
                <a:ea typeface="Segoe UI"/>
                <a:cs typeface="Segoe UI"/>
              </a:defRPr>
            </a:lvl5pPr>
            <a:lvl6pPr>
              <a:defRPr sz="2100" b="1">
                <a:solidFill>
                  <a:srgbClr val="2168A8"/>
                </a:solidFill>
                <a:latin typeface="Segoe UI"/>
                <a:ea typeface="Segoe UI"/>
                <a:cs typeface="Segoe UI"/>
              </a:defRPr>
            </a:lvl6pPr>
            <a:lvl7pPr>
              <a:defRPr sz="2100" b="1">
                <a:solidFill>
                  <a:srgbClr val="2168A8"/>
                </a:solidFill>
                <a:latin typeface="Segoe UI"/>
                <a:ea typeface="Segoe UI"/>
                <a:cs typeface="Segoe UI"/>
              </a:defRPr>
            </a:lvl7pPr>
            <a:lvl8pPr>
              <a:defRPr sz="2100" b="1">
                <a:solidFill>
                  <a:srgbClr val="2168A8"/>
                </a:solidFill>
                <a:latin typeface="Segoe UI"/>
                <a:ea typeface="Segoe UI"/>
                <a:cs typeface="Segoe UI"/>
              </a:defRPr>
            </a:lvl8pPr>
            <a:lvl9pPr>
              <a:defRPr sz="2100" b="1">
                <a:solidFill>
                  <a:srgbClr val="2168A8"/>
                </a:solidFill>
                <a:latin typeface="Segoe UI"/>
                <a:ea typeface="Segoe UI"/>
                <a:cs typeface="Segoe UI"/>
              </a:defRPr>
            </a:lvl9pPr>
          </a:lstStyle>
          <a:p xmlns:a="http://schemas.openxmlformats.org/drawingml/2006/main">
            <a:pPr>
              <a:defRPr sz="2100" b="1">
                <a:solidFill>
                  <a:srgbClr val="2168A8"/>
                </a:solidFill>
                <a:latin typeface="Segoe UI"/>
                <a:ea typeface="Segoe UI"/>
                <a:cs typeface="Segoe UI"/>
              </a:defRPr>
            </a:pPr>
            <a:r>
              <a:rPr sz="2100" b="1">
                <a:solidFill>
                  <a:srgbClr val="2168A8"/>
                </a:solidFill>
                <a:latin typeface="Segoe UI"/>
                <a:ea typeface="Segoe UI"/>
                <a:cs typeface="Segoe UI"/>
              </a:rPr>
              <a:t>IDN Watch</a:t>
            </a:r>
          </a:p>
        </p:txBody>
      </p:sp>
      <p:sp>
        <p:nvSpPr>
          <p:cNvPr id="3" name="cover-title">
            <a:extLst xmlns:a="http://schemas.openxmlformats.org/drawingml/2006/main">
              <a:ext uri="{FF2B5EF4-FFF2-40B4-BE49-F238E27FC236}">
                <a16:creationId xmlns:a16="http://schemas.microsoft.com/office/drawing/2014/main" id="{F5F20619-C103-402F-8F4A-13A1D16BD217}"/>
              </a:ext>
            </a:extLst>
          </p:cNvPr>
          <p:cNvSpPr>
            <a:spLocks xmlns:a="http://schemas.openxmlformats.org/drawingml/2006/main" noGrp="1"/>
          </p:cNvSpPr>
          <p:nvPr/>
        </p:nvSpPr>
        <p:spPr>
          <a:xfrm xmlns:a="http://schemas.openxmlformats.org/drawingml/2006/main">
            <a:off x="685800" y="2162175"/>
            <a:ext cx="7667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7344F"/>
                </a:solidFill>
                <a:latin typeface="Segoe UI"/>
                <a:ea typeface="Segoe UI"/>
                <a:cs typeface="Segoe UI"/>
              </a:defRPr>
            </a:defPPr>
            <a:lvl1pPr>
              <a:defRPr sz="4800" b="1">
                <a:solidFill>
                  <a:srgbClr val="17344F"/>
                </a:solidFill>
                <a:latin typeface="Segoe UI"/>
                <a:ea typeface="Segoe UI"/>
                <a:cs typeface="Segoe UI"/>
              </a:defRPr>
            </a:lvl1pPr>
            <a:lvl2pPr>
              <a:defRPr sz="4800" b="1">
                <a:solidFill>
                  <a:srgbClr val="17344F"/>
                </a:solidFill>
                <a:latin typeface="Segoe UI"/>
                <a:ea typeface="Segoe UI"/>
                <a:cs typeface="Segoe UI"/>
              </a:defRPr>
            </a:lvl2pPr>
            <a:lvl3pPr>
              <a:defRPr sz="4800" b="1">
                <a:solidFill>
                  <a:srgbClr val="17344F"/>
                </a:solidFill>
                <a:latin typeface="Segoe UI"/>
                <a:ea typeface="Segoe UI"/>
                <a:cs typeface="Segoe UI"/>
              </a:defRPr>
            </a:lvl3pPr>
            <a:lvl4pPr>
              <a:defRPr sz="4800" b="1">
                <a:solidFill>
                  <a:srgbClr val="17344F"/>
                </a:solidFill>
                <a:latin typeface="Segoe UI"/>
                <a:ea typeface="Segoe UI"/>
                <a:cs typeface="Segoe UI"/>
              </a:defRPr>
            </a:lvl4pPr>
            <a:lvl5pPr>
              <a:defRPr sz="4800" b="1">
                <a:solidFill>
                  <a:srgbClr val="17344F"/>
                </a:solidFill>
                <a:latin typeface="Segoe UI"/>
                <a:ea typeface="Segoe UI"/>
                <a:cs typeface="Segoe UI"/>
              </a:defRPr>
            </a:lvl5pPr>
            <a:lvl6pPr>
              <a:defRPr sz="4800" b="1">
                <a:solidFill>
                  <a:srgbClr val="17344F"/>
                </a:solidFill>
                <a:latin typeface="Segoe UI"/>
                <a:ea typeface="Segoe UI"/>
                <a:cs typeface="Segoe UI"/>
              </a:defRPr>
            </a:lvl6pPr>
            <a:lvl7pPr>
              <a:defRPr sz="4800" b="1">
                <a:solidFill>
                  <a:srgbClr val="17344F"/>
                </a:solidFill>
                <a:latin typeface="Segoe UI"/>
                <a:ea typeface="Segoe UI"/>
                <a:cs typeface="Segoe UI"/>
              </a:defRPr>
            </a:lvl7pPr>
            <a:lvl8pPr>
              <a:defRPr sz="4800" b="1">
                <a:solidFill>
                  <a:srgbClr val="17344F"/>
                </a:solidFill>
                <a:latin typeface="Segoe UI"/>
                <a:ea typeface="Segoe UI"/>
                <a:cs typeface="Segoe UI"/>
              </a:defRPr>
            </a:lvl8pPr>
            <a:lvl9pPr>
              <a:defRPr sz="4800" b="1">
                <a:solidFill>
                  <a:srgbClr val="17344F"/>
                </a:solidFill>
                <a:latin typeface="Segoe UI"/>
                <a:ea typeface="Segoe UI"/>
                <a:cs typeface="Segoe UI"/>
              </a:defRPr>
            </a:lvl9pPr>
          </a:lstStyle>
          <a:p xmlns:a="http://schemas.openxmlformats.org/drawingml/2006/main">
            <a:pPr>
              <a:defRPr sz="4800" b="1">
                <a:solidFill>
                  <a:srgbClr val="17344F"/>
                </a:solidFill>
                <a:latin typeface="Segoe UI"/>
                <a:ea typeface="Segoe UI"/>
                <a:cs typeface="Segoe UI"/>
              </a:defRPr>
            </a:pPr>
            <a:r>
              <a:rPr sz="4800" b="1">
                <a:solidFill>
                  <a:srgbClr val="17344F"/>
                </a:solidFill>
                <a:latin typeface="Segoe UI"/>
                <a:ea typeface="Segoe UI"/>
                <a:cs typeface="Segoe UI"/>
              </a:rPr>
              <a:t>Account intelligence</a:t>
            </a:r>
          </a:p>
          <a:p xmlns:a="http://schemas.openxmlformats.org/drawingml/2006/main">
            <a:pPr>
              <a:defRPr sz="4800" b="1">
                <a:solidFill>
                  <a:srgbClr val="17344F"/>
                </a:solidFill>
                <a:latin typeface="Segoe UI"/>
                <a:ea typeface="Segoe UI"/>
                <a:cs typeface="Segoe UI"/>
              </a:defRPr>
            </a:pPr>
            <a:r>
              <a:rPr sz="4800" b="1">
                <a:solidFill>
                  <a:srgbClr val="17344F"/>
                </a:solidFill>
                <a:latin typeface="Segoe UI"/>
                <a:ea typeface="Segoe UI"/>
                <a:cs typeface="Segoe UI"/>
              </a:rPr>
              <a:t>for sales teams</a:t>
            </a:r>
          </a:p>
        </p:txBody>
      </p:sp>
      <p:sp>
        <p:nvSpPr>
          <p:cNvPr id="4" name="cover-subtitle">
            <a:extLst xmlns:a="http://schemas.openxmlformats.org/drawingml/2006/main">
              <a:ext uri="{FF2B5EF4-FFF2-40B4-BE49-F238E27FC236}">
                <a16:creationId xmlns:a16="http://schemas.microsoft.com/office/drawing/2014/main" id="{1DEB6110-48E0-461B-8B88-36B3E193CD2F}"/>
              </a:ext>
            </a:extLst>
          </p:cNvPr>
          <p:cNvSpPr>
            <a:spLocks xmlns:a="http://schemas.openxmlformats.org/drawingml/2006/main" noGrp="1"/>
          </p:cNvSpPr>
          <p:nvPr/>
        </p:nvSpPr>
        <p:spPr>
          <a:xfrm xmlns:a="http://schemas.openxmlformats.org/drawingml/2006/main">
            <a:off x="723900" y="4057650"/>
            <a:ext cx="723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86B7D"/>
                </a:solidFill>
                <a:latin typeface="Segoe UI"/>
                <a:ea typeface="Segoe UI"/>
                <a:cs typeface="Segoe UI"/>
              </a:defRPr>
            </a:defPPr>
            <a:lvl1pPr>
              <a:defRPr sz="2025" b="0">
                <a:solidFill>
                  <a:srgbClr val="586B7D"/>
                </a:solidFill>
                <a:latin typeface="Segoe UI"/>
                <a:ea typeface="Segoe UI"/>
                <a:cs typeface="Segoe UI"/>
              </a:defRPr>
            </a:lvl1pPr>
            <a:lvl2pPr>
              <a:defRPr sz="2025" b="0">
                <a:solidFill>
                  <a:srgbClr val="586B7D"/>
                </a:solidFill>
                <a:latin typeface="Segoe UI"/>
                <a:ea typeface="Segoe UI"/>
                <a:cs typeface="Segoe UI"/>
              </a:defRPr>
            </a:lvl2pPr>
            <a:lvl3pPr>
              <a:defRPr sz="2025" b="0">
                <a:solidFill>
                  <a:srgbClr val="586B7D"/>
                </a:solidFill>
                <a:latin typeface="Segoe UI"/>
                <a:ea typeface="Segoe UI"/>
                <a:cs typeface="Segoe UI"/>
              </a:defRPr>
            </a:lvl3pPr>
            <a:lvl4pPr>
              <a:defRPr sz="2025" b="0">
                <a:solidFill>
                  <a:srgbClr val="586B7D"/>
                </a:solidFill>
                <a:latin typeface="Segoe UI"/>
                <a:ea typeface="Segoe UI"/>
                <a:cs typeface="Segoe UI"/>
              </a:defRPr>
            </a:lvl4pPr>
            <a:lvl5pPr>
              <a:defRPr sz="2025" b="0">
                <a:solidFill>
                  <a:srgbClr val="586B7D"/>
                </a:solidFill>
                <a:latin typeface="Segoe UI"/>
                <a:ea typeface="Segoe UI"/>
                <a:cs typeface="Segoe UI"/>
              </a:defRPr>
            </a:lvl5pPr>
            <a:lvl6pPr>
              <a:defRPr sz="2025" b="0">
                <a:solidFill>
                  <a:srgbClr val="586B7D"/>
                </a:solidFill>
                <a:latin typeface="Segoe UI"/>
                <a:ea typeface="Segoe UI"/>
                <a:cs typeface="Segoe UI"/>
              </a:defRPr>
            </a:lvl6pPr>
            <a:lvl7pPr>
              <a:defRPr sz="2025" b="0">
                <a:solidFill>
                  <a:srgbClr val="586B7D"/>
                </a:solidFill>
                <a:latin typeface="Segoe UI"/>
                <a:ea typeface="Segoe UI"/>
                <a:cs typeface="Segoe UI"/>
              </a:defRPr>
            </a:lvl7pPr>
            <a:lvl8pPr>
              <a:defRPr sz="2025" b="0">
                <a:solidFill>
                  <a:srgbClr val="586B7D"/>
                </a:solidFill>
                <a:latin typeface="Segoe UI"/>
                <a:ea typeface="Segoe UI"/>
                <a:cs typeface="Segoe UI"/>
              </a:defRPr>
            </a:lvl8pPr>
            <a:lvl9pPr>
              <a:defRPr sz="2025" b="0">
                <a:solidFill>
                  <a:srgbClr val="586B7D"/>
                </a:solidFill>
                <a:latin typeface="Segoe UI"/>
                <a:ea typeface="Segoe UI"/>
                <a:cs typeface="Segoe UI"/>
              </a:defRPr>
            </a:lvl9pPr>
          </a:lstStyle>
          <a:p xmlns:a="http://schemas.openxmlformats.org/drawingml/2006/main">
            <a:pPr>
              <a:defRPr sz="2025" b="0">
                <a:solidFill>
                  <a:srgbClr val="586B7D"/>
                </a:solidFill>
                <a:latin typeface="Segoe UI"/>
                <a:ea typeface="Segoe UI"/>
                <a:cs typeface="Segoe UI"/>
              </a:defRPr>
            </a:pPr>
            <a:r>
              <a:rPr sz="2025" b="0">
                <a:solidFill>
                  <a:srgbClr val="586B7D"/>
                </a:solidFill>
                <a:latin typeface="Segoe UI"/>
                <a:ea typeface="Segoe UI"/>
                <a:cs typeface="Segoe UI"/>
              </a:rPr>
              <a:t>A working proof of concept for prioritizing</a:t>
            </a:r>
          </a:p>
          <a:p xmlns:a="http://schemas.openxmlformats.org/drawingml/2006/main">
            <a:pPr>
              <a:defRPr sz="2025" b="0">
                <a:solidFill>
                  <a:srgbClr val="586B7D"/>
                </a:solidFill>
                <a:latin typeface="Segoe UI"/>
                <a:ea typeface="Segoe UI"/>
                <a:cs typeface="Segoe UI"/>
              </a:defRPr>
            </a:pPr>
            <a:r>
              <a:rPr sz="2025" b="0">
                <a:solidFill>
                  <a:srgbClr val="586B7D"/>
                </a:solidFill>
                <a:latin typeface="Segoe UI"/>
                <a:ea typeface="Segoe UI"/>
                <a:cs typeface="Segoe UI"/>
              </a:rPr>
              <a:t>health-system updates and planning follow-up.</a:t>
            </a:r>
          </a:p>
        </p:txBody>
      </p:sp>
      <p:sp>
        <p:nvSpPr>
          <p:cNvPr id="5" name="question-number-0">
            <a:extLst xmlns:a="http://schemas.openxmlformats.org/drawingml/2006/main">
              <a:ext uri="{FF2B5EF4-FFF2-40B4-BE49-F238E27FC236}">
                <a16:creationId xmlns:a16="http://schemas.microsoft.com/office/drawing/2014/main" id="{27C3E31E-CAE0-44F5-B246-AA9941E26719}"/>
              </a:ext>
            </a:extLst>
          </p:cNvPr>
          <p:cNvSpPr>
            <a:spLocks xmlns:a="http://schemas.openxmlformats.org/drawingml/2006/main" noGrp="1"/>
          </p:cNvSpPr>
          <p:nvPr/>
        </p:nvSpPr>
        <p:spPr>
          <a:xfrm xmlns:a="http://schemas.openxmlformats.org/drawingml/2006/main">
            <a:off x="8858250" y="23526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2168A8"/>
                </a:solidFill>
                <a:latin typeface="Segoe UI"/>
                <a:ea typeface="Segoe UI"/>
                <a:cs typeface="Segoe UI"/>
              </a:defRPr>
            </a:defPPr>
            <a:lvl1pPr>
              <a:defRPr sz="1425" b="1">
                <a:solidFill>
                  <a:srgbClr val="2168A8"/>
                </a:solidFill>
                <a:latin typeface="Segoe UI"/>
                <a:ea typeface="Segoe UI"/>
                <a:cs typeface="Segoe UI"/>
              </a:defRPr>
            </a:lvl1pPr>
            <a:lvl2pPr>
              <a:defRPr sz="1425" b="1">
                <a:solidFill>
                  <a:srgbClr val="2168A8"/>
                </a:solidFill>
                <a:latin typeface="Segoe UI"/>
                <a:ea typeface="Segoe UI"/>
                <a:cs typeface="Segoe UI"/>
              </a:defRPr>
            </a:lvl2pPr>
            <a:lvl3pPr>
              <a:defRPr sz="1425" b="1">
                <a:solidFill>
                  <a:srgbClr val="2168A8"/>
                </a:solidFill>
                <a:latin typeface="Segoe UI"/>
                <a:ea typeface="Segoe UI"/>
                <a:cs typeface="Segoe UI"/>
              </a:defRPr>
            </a:lvl3pPr>
            <a:lvl4pPr>
              <a:defRPr sz="1425" b="1">
                <a:solidFill>
                  <a:srgbClr val="2168A8"/>
                </a:solidFill>
                <a:latin typeface="Segoe UI"/>
                <a:ea typeface="Segoe UI"/>
                <a:cs typeface="Segoe UI"/>
              </a:defRPr>
            </a:lvl4pPr>
            <a:lvl5pPr>
              <a:defRPr sz="1425" b="1">
                <a:solidFill>
                  <a:srgbClr val="2168A8"/>
                </a:solidFill>
                <a:latin typeface="Segoe UI"/>
                <a:ea typeface="Segoe UI"/>
                <a:cs typeface="Segoe UI"/>
              </a:defRPr>
            </a:lvl5pPr>
            <a:lvl6pPr>
              <a:defRPr sz="1425" b="1">
                <a:solidFill>
                  <a:srgbClr val="2168A8"/>
                </a:solidFill>
                <a:latin typeface="Segoe UI"/>
                <a:ea typeface="Segoe UI"/>
                <a:cs typeface="Segoe UI"/>
              </a:defRPr>
            </a:lvl6pPr>
            <a:lvl7pPr>
              <a:defRPr sz="1425" b="1">
                <a:solidFill>
                  <a:srgbClr val="2168A8"/>
                </a:solidFill>
                <a:latin typeface="Segoe UI"/>
                <a:ea typeface="Segoe UI"/>
                <a:cs typeface="Segoe UI"/>
              </a:defRPr>
            </a:lvl7pPr>
            <a:lvl8pPr>
              <a:defRPr sz="1425" b="1">
                <a:solidFill>
                  <a:srgbClr val="2168A8"/>
                </a:solidFill>
                <a:latin typeface="Segoe UI"/>
                <a:ea typeface="Segoe UI"/>
                <a:cs typeface="Segoe UI"/>
              </a:defRPr>
            </a:lvl8pPr>
            <a:lvl9pPr>
              <a:defRPr sz="1425" b="1">
                <a:solidFill>
                  <a:srgbClr val="2168A8"/>
                </a:solidFill>
                <a:latin typeface="Segoe UI"/>
                <a:ea typeface="Segoe UI"/>
                <a:cs typeface="Segoe UI"/>
              </a:defRPr>
            </a:lvl9pPr>
          </a:lstStyle>
          <a:p xmlns:a="http://schemas.openxmlformats.org/drawingml/2006/main">
            <a:pPr>
              <a:defRPr sz="1425" b="1">
                <a:solidFill>
                  <a:srgbClr val="2168A8"/>
                </a:solidFill>
                <a:latin typeface="Segoe UI"/>
                <a:ea typeface="Segoe UI"/>
                <a:cs typeface="Segoe UI"/>
              </a:defRPr>
            </a:pPr>
            <a:r>
              <a:rPr sz="1425" b="1">
                <a:solidFill>
                  <a:srgbClr val="2168A8"/>
                </a:solidFill>
                <a:latin typeface="Segoe UI"/>
                <a:ea typeface="Segoe UI"/>
                <a:cs typeface="Segoe UI"/>
              </a:rPr>
              <a:t>01</a:t>
            </a:r>
          </a:p>
        </p:txBody>
      </p:sp>
      <p:sp>
        <p:nvSpPr>
          <p:cNvPr id="6" name="question-0">
            <a:extLst xmlns:a="http://schemas.openxmlformats.org/drawingml/2006/main">
              <a:ext uri="{FF2B5EF4-FFF2-40B4-BE49-F238E27FC236}">
                <a16:creationId xmlns:a16="http://schemas.microsoft.com/office/drawing/2014/main" id="{9C6DEFF5-CEFD-4DC2-BFF3-D80B018E91BC}"/>
              </a:ext>
            </a:extLst>
          </p:cNvPr>
          <p:cNvSpPr>
            <a:spLocks xmlns:a="http://schemas.openxmlformats.org/drawingml/2006/main" noGrp="1"/>
          </p:cNvSpPr>
          <p:nvPr/>
        </p:nvSpPr>
        <p:spPr>
          <a:xfrm xmlns:a="http://schemas.openxmlformats.org/drawingml/2006/main">
            <a:off x="9372600" y="23145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44F"/>
                </a:solidFill>
                <a:latin typeface="Segoe UI"/>
                <a:ea typeface="Segoe UI"/>
                <a:cs typeface="Segoe UI"/>
              </a:defRPr>
            </a:defPPr>
            <a:lvl1pPr>
              <a:defRPr sz="2100" b="0">
                <a:solidFill>
                  <a:srgbClr val="17344F"/>
                </a:solidFill>
                <a:latin typeface="Segoe UI"/>
                <a:ea typeface="Segoe UI"/>
                <a:cs typeface="Segoe UI"/>
              </a:defRPr>
            </a:lvl1pPr>
            <a:lvl2pPr>
              <a:defRPr sz="2100" b="0">
                <a:solidFill>
                  <a:srgbClr val="17344F"/>
                </a:solidFill>
                <a:latin typeface="Segoe UI"/>
                <a:ea typeface="Segoe UI"/>
                <a:cs typeface="Segoe UI"/>
              </a:defRPr>
            </a:lvl2pPr>
            <a:lvl3pPr>
              <a:defRPr sz="2100" b="0">
                <a:solidFill>
                  <a:srgbClr val="17344F"/>
                </a:solidFill>
                <a:latin typeface="Segoe UI"/>
                <a:ea typeface="Segoe UI"/>
                <a:cs typeface="Segoe UI"/>
              </a:defRPr>
            </a:lvl3pPr>
            <a:lvl4pPr>
              <a:defRPr sz="2100" b="0">
                <a:solidFill>
                  <a:srgbClr val="17344F"/>
                </a:solidFill>
                <a:latin typeface="Segoe UI"/>
                <a:ea typeface="Segoe UI"/>
                <a:cs typeface="Segoe UI"/>
              </a:defRPr>
            </a:lvl4pPr>
            <a:lvl5pPr>
              <a:defRPr sz="2100" b="0">
                <a:solidFill>
                  <a:srgbClr val="17344F"/>
                </a:solidFill>
                <a:latin typeface="Segoe UI"/>
                <a:ea typeface="Segoe UI"/>
                <a:cs typeface="Segoe UI"/>
              </a:defRPr>
            </a:lvl5pPr>
            <a:lvl6pPr>
              <a:defRPr sz="2100" b="0">
                <a:solidFill>
                  <a:srgbClr val="17344F"/>
                </a:solidFill>
                <a:latin typeface="Segoe UI"/>
                <a:ea typeface="Segoe UI"/>
                <a:cs typeface="Segoe UI"/>
              </a:defRPr>
            </a:lvl6pPr>
            <a:lvl7pPr>
              <a:defRPr sz="2100" b="0">
                <a:solidFill>
                  <a:srgbClr val="17344F"/>
                </a:solidFill>
                <a:latin typeface="Segoe UI"/>
                <a:ea typeface="Segoe UI"/>
                <a:cs typeface="Segoe UI"/>
              </a:defRPr>
            </a:lvl7pPr>
            <a:lvl8pPr>
              <a:defRPr sz="2100" b="0">
                <a:solidFill>
                  <a:srgbClr val="17344F"/>
                </a:solidFill>
                <a:latin typeface="Segoe UI"/>
                <a:ea typeface="Segoe UI"/>
                <a:cs typeface="Segoe UI"/>
              </a:defRPr>
            </a:lvl8pPr>
            <a:lvl9pPr>
              <a:defRPr sz="2100" b="0">
                <a:solidFill>
                  <a:srgbClr val="17344F"/>
                </a:solidFill>
                <a:latin typeface="Segoe UI"/>
                <a:ea typeface="Segoe UI"/>
                <a:cs typeface="Segoe UI"/>
              </a:defRPr>
            </a:lvl9pPr>
          </a:lstStyle>
          <a:p xmlns:a="http://schemas.openxmlformats.org/drawingml/2006/main">
            <a:pPr>
              <a:defRPr sz="2100" b="0">
                <a:solidFill>
                  <a:srgbClr val="17344F"/>
                </a:solidFill>
                <a:latin typeface="Segoe UI"/>
                <a:ea typeface="Segoe UI"/>
                <a:cs typeface="Segoe UI"/>
              </a:defRPr>
            </a:pPr>
            <a:r>
              <a:rPr sz="2100" b="0">
                <a:solidFill>
                  <a:srgbClr val="17344F"/>
                </a:solidFill>
                <a:latin typeface="Segoe UI"/>
                <a:ea typeface="Segoe UI"/>
                <a:cs typeface="Segoe UI"/>
              </a:rPr>
              <a:t>What changed?</a:t>
            </a:r>
          </a:p>
        </p:txBody>
      </p:sp>
      <p:sp>
        <p:nvSpPr>
          <p:cNvPr id="7" name="question-number-1">
            <a:extLst xmlns:a="http://schemas.openxmlformats.org/drawingml/2006/main">
              <a:ext uri="{FF2B5EF4-FFF2-40B4-BE49-F238E27FC236}">
                <a16:creationId xmlns:a16="http://schemas.microsoft.com/office/drawing/2014/main" id="{28965F67-53BD-45A6-85CF-F73E270019E2}"/>
              </a:ext>
            </a:extLst>
          </p:cNvPr>
          <p:cNvSpPr>
            <a:spLocks xmlns:a="http://schemas.openxmlformats.org/drawingml/2006/main" noGrp="1"/>
          </p:cNvSpPr>
          <p:nvPr/>
        </p:nvSpPr>
        <p:spPr>
          <a:xfrm xmlns:a="http://schemas.openxmlformats.org/drawingml/2006/main">
            <a:off x="8858250" y="3267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2168A8"/>
                </a:solidFill>
                <a:latin typeface="Segoe UI"/>
                <a:ea typeface="Segoe UI"/>
                <a:cs typeface="Segoe UI"/>
              </a:defRPr>
            </a:defPPr>
            <a:lvl1pPr>
              <a:defRPr sz="1425" b="1">
                <a:solidFill>
                  <a:srgbClr val="2168A8"/>
                </a:solidFill>
                <a:latin typeface="Segoe UI"/>
                <a:ea typeface="Segoe UI"/>
                <a:cs typeface="Segoe UI"/>
              </a:defRPr>
            </a:lvl1pPr>
            <a:lvl2pPr>
              <a:defRPr sz="1425" b="1">
                <a:solidFill>
                  <a:srgbClr val="2168A8"/>
                </a:solidFill>
                <a:latin typeface="Segoe UI"/>
                <a:ea typeface="Segoe UI"/>
                <a:cs typeface="Segoe UI"/>
              </a:defRPr>
            </a:lvl2pPr>
            <a:lvl3pPr>
              <a:defRPr sz="1425" b="1">
                <a:solidFill>
                  <a:srgbClr val="2168A8"/>
                </a:solidFill>
                <a:latin typeface="Segoe UI"/>
                <a:ea typeface="Segoe UI"/>
                <a:cs typeface="Segoe UI"/>
              </a:defRPr>
            </a:lvl3pPr>
            <a:lvl4pPr>
              <a:defRPr sz="1425" b="1">
                <a:solidFill>
                  <a:srgbClr val="2168A8"/>
                </a:solidFill>
                <a:latin typeface="Segoe UI"/>
                <a:ea typeface="Segoe UI"/>
                <a:cs typeface="Segoe UI"/>
              </a:defRPr>
            </a:lvl4pPr>
            <a:lvl5pPr>
              <a:defRPr sz="1425" b="1">
                <a:solidFill>
                  <a:srgbClr val="2168A8"/>
                </a:solidFill>
                <a:latin typeface="Segoe UI"/>
                <a:ea typeface="Segoe UI"/>
                <a:cs typeface="Segoe UI"/>
              </a:defRPr>
            </a:lvl5pPr>
            <a:lvl6pPr>
              <a:defRPr sz="1425" b="1">
                <a:solidFill>
                  <a:srgbClr val="2168A8"/>
                </a:solidFill>
                <a:latin typeface="Segoe UI"/>
                <a:ea typeface="Segoe UI"/>
                <a:cs typeface="Segoe UI"/>
              </a:defRPr>
            </a:lvl6pPr>
            <a:lvl7pPr>
              <a:defRPr sz="1425" b="1">
                <a:solidFill>
                  <a:srgbClr val="2168A8"/>
                </a:solidFill>
                <a:latin typeface="Segoe UI"/>
                <a:ea typeface="Segoe UI"/>
                <a:cs typeface="Segoe UI"/>
              </a:defRPr>
            </a:lvl7pPr>
            <a:lvl8pPr>
              <a:defRPr sz="1425" b="1">
                <a:solidFill>
                  <a:srgbClr val="2168A8"/>
                </a:solidFill>
                <a:latin typeface="Segoe UI"/>
                <a:ea typeface="Segoe UI"/>
                <a:cs typeface="Segoe UI"/>
              </a:defRPr>
            </a:lvl8pPr>
            <a:lvl9pPr>
              <a:defRPr sz="1425" b="1">
                <a:solidFill>
                  <a:srgbClr val="2168A8"/>
                </a:solidFill>
                <a:latin typeface="Segoe UI"/>
                <a:ea typeface="Segoe UI"/>
                <a:cs typeface="Segoe UI"/>
              </a:defRPr>
            </a:lvl9pPr>
          </a:lstStyle>
          <a:p xmlns:a="http://schemas.openxmlformats.org/drawingml/2006/main">
            <a:pPr>
              <a:defRPr sz="1425" b="1">
                <a:solidFill>
                  <a:srgbClr val="2168A8"/>
                </a:solidFill>
                <a:latin typeface="Segoe UI"/>
                <a:ea typeface="Segoe UI"/>
                <a:cs typeface="Segoe UI"/>
              </a:defRPr>
            </a:pPr>
            <a:r>
              <a:rPr sz="1425" b="1">
                <a:solidFill>
                  <a:srgbClr val="2168A8"/>
                </a:solidFill>
                <a:latin typeface="Segoe UI"/>
                <a:ea typeface="Segoe UI"/>
                <a:cs typeface="Segoe UI"/>
              </a:rPr>
              <a:t>02</a:t>
            </a:r>
          </a:p>
        </p:txBody>
      </p:sp>
      <p:sp>
        <p:nvSpPr>
          <p:cNvPr id="8" name="question-1">
            <a:extLst xmlns:a="http://schemas.openxmlformats.org/drawingml/2006/main">
              <a:ext uri="{FF2B5EF4-FFF2-40B4-BE49-F238E27FC236}">
                <a16:creationId xmlns:a16="http://schemas.microsoft.com/office/drawing/2014/main" id="{159501A8-5698-4073-A6C5-D5E74B03D51D}"/>
              </a:ext>
            </a:extLst>
          </p:cNvPr>
          <p:cNvSpPr>
            <a:spLocks xmlns:a="http://schemas.openxmlformats.org/drawingml/2006/main" noGrp="1"/>
          </p:cNvSpPr>
          <p:nvPr/>
        </p:nvSpPr>
        <p:spPr>
          <a:xfrm xmlns:a="http://schemas.openxmlformats.org/drawingml/2006/main">
            <a:off x="9372600" y="3228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44F"/>
                </a:solidFill>
                <a:latin typeface="Segoe UI"/>
                <a:ea typeface="Segoe UI"/>
                <a:cs typeface="Segoe UI"/>
              </a:defRPr>
            </a:defPPr>
            <a:lvl1pPr>
              <a:defRPr sz="2100" b="0">
                <a:solidFill>
                  <a:srgbClr val="17344F"/>
                </a:solidFill>
                <a:latin typeface="Segoe UI"/>
                <a:ea typeface="Segoe UI"/>
                <a:cs typeface="Segoe UI"/>
              </a:defRPr>
            </a:lvl1pPr>
            <a:lvl2pPr>
              <a:defRPr sz="2100" b="0">
                <a:solidFill>
                  <a:srgbClr val="17344F"/>
                </a:solidFill>
                <a:latin typeface="Segoe UI"/>
                <a:ea typeface="Segoe UI"/>
                <a:cs typeface="Segoe UI"/>
              </a:defRPr>
            </a:lvl2pPr>
            <a:lvl3pPr>
              <a:defRPr sz="2100" b="0">
                <a:solidFill>
                  <a:srgbClr val="17344F"/>
                </a:solidFill>
                <a:latin typeface="Segoe UI"/>
                <a:ea typeface="Segoe UI"/>
                <a:cs typeface="Segoe UI"/>
              </a:defRPr>
            </a:lvl3pPr>
            <a:lvl4pPr>
              <a:defRPr sz="2100" b="0">
                <a:solidFill>
                  <a:srgbClr val="17344F"/>
                </a:solidFill>
                <a:latin typeface="Segoe UI"/>
                <a:ea typeface="Segoe UI"/>
                <a:cs typeface="Segoe UI"/>
              </a:defRPr>
            </a:lvl4pPr>
            <a:lvl5pPr>
              <a:defRPr sz="2100" b="0">
                <a:solidFill>
                  <a:srgbClr val="17344F"/>
                </a:solidFill>
                <a:latin typeface="Segoe UI"/>
                <a:ea typeface="Segoe UI"/>
                <a:cs typeface="Segoe UI"/>
              </a:defRPr>
            </a:lvl5pPr>
            <a:lvl6pPr>
              <a:defRPr sz="2100" b="0">
                <a:solidFill>
                  <a:srgbClr val="17344F"/>
                </a:solidFill>
                <a:latin typeface="Segoe UI"/>
                <a:ea typeface="Segoe UI"/>
                <a:cs typeface="Segoe UI"/>
              </a:defRPr>
            </a:lvl6pPr>
            <a:lvl7pPr>
              <a:defRPr sz="2100" b="0">
                <a:solidFill>
                  <a:srgbClr val="17344F"/>
                </a:solidFill>
                <a:latin typeface="Segoe UI"/>
                <a:ea typeface="Segoe UI"/>
                <a:cs typeface="Segoe UI"/>
              </a:defRPr>
            </a:lvl7pPr>
            <a:lvl8pPr>
              <a:defRPr sz="2100" b="0">
                <a:solidFill>
                  <a:srgbClr val="17344F"/>
                </a:solidFill>
                <a:latin typeface="Segoe UI"/>
                <a:ea typeface="Segoe UI"/>
                <a:cs typeface="Segoe UI"/>
              </a:defRPr>
            </a:lvl8pPr>
            <a:lvl9pPr>
              <a:defRPr sz="2100" b="0">
                <a:solidFill>
                  <a:srgbClr val="17344F"/>
                </a:solidFill>
                <a:latin typeface="Segoe UI"/>
                <a:ea typeface="Segoe UI"/>
                <a:cs typeface="Segoe UI"/>
              </a:defRPr>
            </a:lvl9pPr>
          </a:lstStyle>
          <a:p xmlns:a="http://schemas.openxmlformats.org/drawingml/2006/main">
            <a:pPr>
              <a:defRPr sz="2100" b="0">
                <a:solidFill>
                  <a:srgbClr val="17344F"/>
                </a:solidFill>
                <a:latin typeface="Segoe UI"/>
                <a:ea typeface="Segoe UI"/>
                <a:cs typeface="Segoe UI"/>
              </a:defRPr>
            </a:pPr>
            <a:r>
              <a:rPr sz="2100" b="0">
                <a:solidFill>
                  <a:srgbClr val="17344F"/>
                </a:solidFill>
                <a:latin typeface="Segoe UI"/>
                <a:ea typeface="Segoe UI"/>
                <a:cs typeface="Segoe UI"/>
              </a:rPr>
              <a:t>Why it matters</a:t>
            </a:r>
          </a:p>
        </p:txBody>
      </p:sp>
      <p:sp>
        <p:nvSpPr>
          <p:cNvPr id="9" name="question-number-2">
            <a:extLst xmlns:a="http://schemas.openxmlformats.org/drawingml/2006/main">
              <a:ext uri="{FF2B5EF4-FFF2-40B4-BE49-F238E27FC236}">
                <a16:creationId xmlns:a16="http://schemas.microsoft.com/office/drawing/2014/main" id="{6AC8F467-9275-4735-9B75-901D7BA50E6A}"/>
              </a:ext>
            </a:extLst>
          </p:cNvPr>
          <p:cNvSpPr>
            <a:spLocks xmlns:a="http://schemas.openxmlformats.org/drawingml/2006/main" noGrp="1"/>
          </p:cNvSpPr>
          <p:nvPr/>
        </p:nvSpPr>
        <p:spPr>
          <a:xfrm xmlns:a="http://schemas.openxmlformats.org/drawingml/2006/main">
            <a:off x="8858250" y="41814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1">
                <a:solidFill>
                  <a:srgbClr val="2168A8"/>
                </a:solidFill>
                <a:latin typeface="Segoe UI"/>
                <a:ea typeface="Segoe UI"/>
                <a:cs typeface="Segoe UI"/>
              </a:defRPr>
            </a:defPPr>
            <a:lvl1pPr>
              <a:defRPr sz="1425" b="1">
                <a:solidFill>
                  <a:srgbClr val="2168A8"/>
                </a:solidFill>
                <a:latin typeface="Segoe UI"/>
                <a:ea typeface="Segoe UI"/>
                <a:cs typeface="Segoe UI"/>
              </a:defRPr>
            </a:lvl1pPr>
            <a:lvl2pPr>
              <a:defRPr sz="1425" b="1">
                <a:solidFill>
                  <a:srgbClr val="2168A8"/>
                </a:solidFill>
                <a:latin typeface="Segoe UI"/>
                <a:ea typeface="Segoe UI"/>
                <a:cs typeface="Segoe UI"/>
              </a:defRPr>
            </a:lvl2pPr>
            <a:lvl3pPr>
              <a:defRPr sz="1425" b="1">
                <a:solidFill>
                  <a:srgbClr val="2168A8"/>
                </a:solidFill>
                <a:latin typeface="Segoe UI"/>
                <a:ea typeface="Segoe UI"/>
                <a:cs typeface="Segoe UI"/>
              </a:defRPr>
            </a:lvl3pPr>
            <a:lvl4pPr>
              <a:defRPr sz="1425" b="1">
                <a:solidFill>
                  <a:srgbClr val="2168A8"/>
                </a:solidFill>
                <a:latin typeface="Segoe UI"/>
                <a:ea typeface="Segoe UI"/>
                <a:cs typeface="Segoe UI"/>
              </a:defRPr>
            </a:lvl4pPr>
            <a:lvl5pPr>
              <a:defRPr sz="1425" b="1">
                <a:solidFill>
                  <a:srgbClr val="2168A8"/>
                </a:solidFill>
                <a:latin typeface="Segoe UI"/>
                <a:ea typeface="Segoe UI"/>
                <a:cs typeface="Segoe UI"/>
              </a:defRPr>
            </a:lvl5pPr>
            <a:lvl6pPr>
              <a:defRPr sz="1425" b="1">
                <a:solidFill>
                  <a:srgbClr val="2168A8"/>
                </a:solidFill>
                <a:latin typeface="Segoe UI"/>
                <a:ea typeface="Segoe UI"/>
                <a:cs typeface="Segoe UI"/>
              </a:defRPr>
            </a:lvl6pPr>
            <a:lvl7pPr>
              <a:defRPr sz="1425" b="1">
                <a:solidFill>
                  <a:srgbClr val="2168A8"/>
                </a:solidFill>
                <a:latin typeface="Segoe UI"/>
                <a:ea typeface="Segoe UI"/>
                <a:cs typeface="Segoe UI"/>
              </a:defRPr>
            </a:lvl7pPr>
            <a:lvl8pPr>
              <a:defRPr sz="1425" b="1">
                <a:solidFill>
                  <a:srgbClr val="2168A8"/>
                </a:solidFill>
                <a:latin typeface="Segoe UI"/>
                <a:ea typeface="Segoe UI"/>
                <a:cs typeface="Segoe UI"/>
              </a:defRPr>
            </a:lvl8pPr>
            <a:lvl9pPr>
              <a:defRPr sz="1425" b="1">
                <a:solidFill>
                  <a:srgbClr val="2168A8"/>
                </a:solidFill>
                <a:latin typeface="Segoe UI"/>
                <a:ea typeface="Segoe UI"/>
                <a:cs typeface="Segoe UI"/>
              </a:defRPr>
            </a:lvl9pPr>
          </a:lstStyle>
          <a:p xmlns:a="http://schemas.openxmlformats.org/drawingml/2006/main">
            <a:pPr>
              <a:defRPr sz="1425" b="1">
                <a:solidFill>
                  <a:srgbClr val="2168A8"/>
                </a:solidFill>
                <a:latin typeface="Segoe UI"/>
                <a:ea typeface="Segoe UI"/>
                <a:cs typeface="Segoe UI"/>
              </a:defRPr>
            </a:pPr>
            <a:r>
              <a:rPr sz="1425" b="1">
                <a:solidFill>
                  <a:srgbClr val="2168A8"/>
                </a:solidFill>
                <a:latin typeface="Segoe UI"/>
                <a:ea typeface="Segoe UI"/>
                <a:cs typeface="Segoe UI"/>
              </a:rPr>
              <a:t>03</a:t>
            </a:r>
          </a:p>
        </p:txBody>
      </p:sp>
      <p:sp>
        <p:nvSpPr>
          <p:cNvPr id="10" name="question-2">
            <a:extLst xmlns:a="http://schemas.openxmlformats.org/drawingml/2006/main">
              <a:ext uri="{FF2B5EF4-FFF2-40B4-BE49-F238E27FC236}">
                <a16:creationId xmlns:a16="http://schemas.microsoft.com/office/drawing/2014/main" id="{0A67C345-06C6-43AC-B1DE-E9C5E1B0FD50}"/>
              </a:ext>
            </a:extLst>
          </p:cNvPr>
          <p:cNvSpPr>
            <a:spLocks xmlns:a="http://schemas.openxmlformats.org/drawingml/2006/main" noGrp="1"/>
          </p:cNvSpPr>
          <p:nvPr/>
        </p:nvSpPr>
        <p:spPr>
          <a:xfrm xmlns:a="http://schemas.openxmlformats.org/drawingml/2006/main">
            <a:off x="9372600" y="41433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344F"/>
                </a:solidFill>
                <a:latin typeface="Segoe UI"/>
                <a:ea typeface="Segoe UI"/>
                <a:cs typeface="Segoe UI"/>
              </a:defRPr>
            </a:defPPr>
            <a:lvl1pPr>
              <a:defRPr sz="2100" b="0">
                <a:solidFill>
                  <a:srgbClr val="17344F"/>
                </a:solidFill>
                <a:latin typeface="Segoe UI"/>
                <a:ea typeface="Segoe UI"/>
                <a:cs typeface="Segoe UI"/>
              </a:defRPr>
            </a:lvl1pPr>
            <a:lvl2pPr>
              <a:defRPr sz="2100" b="0">
                <a:solidFill>
                  <a:srgbClr val="17344F"/>
                </a:solidFill>
                <a:latin typeface="Segoe UI"/>
                <a:ea typeface="Segoe UI"/>
                <a:cs typeface="Segoe UI"/>
              </a:defRPr>
            </a:lvl2pPr>
            <a:lvl3pPr>
              <a:defRPr sz="2100" b="0">
                <a:solidFill>
                  <a:srgbClr val="17344F"/>
                </a:solidFill>
                <a:latin typeface="Segoe UI"/>
                <a:ea typeface="Segoe UI"/>
                <a:cs typeface="Segoe UI"/>
              </a:defRPr>
            </a:lvl3pPr>
            <a:lvl4pPr>
              <a:defRPr sz="2100" b="0">
                <a:solidFill>
                  <a:srgbClr val="17344F"/>
                </a:solidFill>
                <a:latin typeface="Segoe UI"/>
                <a:ea typeface="Segoe UI"/>
                <a:cs typeface="Segoe UI"/>
              </a:defRPr>
            </a:lvl4pPr>
            <a:lvl5pPr>
              <a:defRPr sz="2100" b="0">
                <a:solidFill>
                  <a:srgbClr val="17344F"/>
                </a:solidFill>
                <a:latin typeface="Segoe UI"/>
                <a:ea typeface="Segoe UI"/>
                <a:cs typeface="Segoe UI"/>
              </a:defRPr>
            </a:lvl5pPr>
            <a:lvl6pPr>
              <a:defRPr sz="2100" b="0">
                <a:solidFill>
                  <a:srgbClr val="17344F"/>
                </a:solidFill>
                <a:latin typeface="Segoe UI"/>
                <a:ea typeface="Segoe UI"/>
                <a:cs typeface="Segoe UI"/>
              </a:defRPr>
            </a:lvl6pPr>
            <a:lvl7pPr>
              <a:defRPr sz="2100" b="0">
                <a:solidFill>
                  <a:srgbClr val="17344F"/>
                </a:solidFill>
                <a:latin typeface="Segoe UI"/>
                <a:ea typeface="Segoe UI"/>
                <a:cs typeface="Segoe UI"/>
              </a:defRPr>
            </a:lvl7pPr>
            <a:lvl8pPr>
              <a:defRPr sz="2100" b="0">
                <a:solidFill>
                  <a:srgbClr val="17344F"/>
                </a:solidFill>
                <a:latin typeface="Segoe UI"/>
                <a:ea typeface="Segoe UI"/>
                <a:cs typeface="Segoe UI"/>
              </a:defRPr>
            </a:lvl8pPr>
            <a:lvl9pPr>
              <a:defRPr sz="2100" b="0">
                <a:solidFill>
                  <a:srgbClr val="17344F"/>
                </a:solidFill>
                <a:latin typeface="Segoe UI"/>
                <a:ea typeface="Segoe UI"/>
                <a:cs typeface="Segoe UI"/>
              </a:defRPr>
            </a:lvl9pPr>
          </a:lstStyle>
          <a:p xmlns:a="http://schemas.openxmlformats.org/drawingml/2006/main">
            <a:pPr>
              <a:defRPr sz="2100" b="0">
                <a:solidFill>
                  <a:srgbClr val="17344F"/>
                </a:solidFill>
                <a:latin typeface="Segoe UI"/>
                <a:ea typeface="Segoe UI"/>
                <a:cs typeface="Segoe UI"/>
              </a:defRPr>
            </a:pPr>
            <a:r>
              <a:rPr sz="2100" b="0">
                <a:solidFill>
                  <a:srgbClr val="17344F"/>
                </a:solidFill>
                <a:latin typeface="Segoe UI"/>
                <a:ea typeface="Segoe UI"/>
                <a:cs typeface="Segoe UI"/>
              </a:rPr>
              <a:t>Next step</a:t>
            </a:r>
          </a:p>
        </p:txBody>
      </p:sp>
      <p:sp>
        <p:nvSpPr>
          <p:cNvPr id="11" name="cover-purpose">
            <a:extLst xmlns:a="http://schemas.openxmlformats.org/drawingml/2006/main">
              <a:ext uri="{FF2B5EF4-FFF2-40B4-BE49-F238E27FC236}">
                <a16:creationId xmlns:a16="http://schemas.microsoft.com/office/drawing/2014/main" id="{9357FFB5-36FF-4ED2-A8A1-4B77D094B88C}"/>
              </a:ext>
            </a:extLst>
          </p:cNvPr>
          <p:cNvSpPr>
            <a:spLocks xmlns:a="http://schemas.openxmlformats.org/drawingml/2006/main" noGrp="1"/>
          </p:cNvSpPr>
          <p:nvPr/>
        </p:nvSpPr>
        <p:spPr>
          <a:xfrm xmlns:a="http://schemas.openxmlformats.org/drawingml/2006/main">
            <a:off x="723900" y="60102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B7D"/>
                </a:solidFill>
                <a:latin typeface="Segoe UI"/>
                <a:ea typeface="Segoe UI"/>
                <a:cs typeface="Segoe UI"/>
              </a:defRPr>
            </a:defPPr>
            <a:lvl1pPr>
              <a:defRPr sz="1575" b="0">
                <a:solidFill>
                  <a:srgbClr val="586B7D"/>
                </a:solidFill>
                <a:latin typeface="Segoe UI"/>
                <a:ea typeface="Segoe UI"/>
                <a:cs typeface="Segoe UI"/>
              </a:defRPr>
            </a:lvl1pPr>
            <a:lvl2pPr>
              <a:defRPr sz="1575" b="0">
                <a:solidFill>
                  <a:srgbClr val="586B7D"/>
                </a:solidFill>
                <a:latin typeface="Segoe UI"/>
                <a:ea typeface="Segoe UI"/>
                <a:cs typeface="Segoe UI"/>
              </a:defRPr>
            </a:lvl2pPr>
            <a:lvl3pPr>
              <a:defRPr sz="1575" b="0">
                <a:solidFill>
                  <a:srgbClr val="586B7D"/>
                </a:solidFill>
                <a:latin typeface="Segoe UI"/>
                <a:ea typeface="Segoe UI"/>
                <a:cs typeface="Segoe UI"/>
              </a:defRPr>
            </a:lvl3pPr>
            <a:lvl4pPr>
              <a:defRPr sz="1575" b="0">
                <a:solidFill>
                  <a:srgbClr val="586B7D"/>
                </a:solidFill>
                <a:latin typeface="Segoe UI"/>
                <a:ea typeface="Segoe UI"/>
                <a:cs typeface="Segoe UI"/>
              </a:defRPr>
            </a:lvl4pPr>
            <a:lvl5pPr>
              <a:defRPr sz="1575" b="0">
                <a:solidFill>
                  <a:srgbClr val="586B7D"/>
                </a:solidFill>
                <a:latin typeface="Segoe UI"/>
                <a:ea typeface="Segoe UI"/>
                <a:cs typeface="Segoe UI"/>
              </a:defRPr>
            </a:lvl5pPr>
            <a:lvl6pPr>
              <a:defRPr sz="1575" b="0">
                <a:solidFill>
                  <a:srgbClr val="586B7D"/>
                </a:solidFill>
                <a:latin typeface="Segoe UI"/>
                <a:ea typeface="Segoe UI"/>
                <a:cs typeface="Segoe UI"/>
              </a:defRPr>
            </a:lvl6pPr>
            <a:lvl7pPr>
              <a:defRPr sz="1575" b="0">
                <a:solidFill>
                  <a:srgbClr val="586B7D"/>
                </a:solidFill>
                <a:latin typeface="Segoe UI"/>
                <a:ea typeface="Segoe UI"/>
                <a:cs typeface="Segoe UI"/>
              </a:defRPr>
            </a:lvl7pPr>
            <a:lvl8pPr>
              <a:defRPr sz="1575" b="0">
                <a:solidFill>
                  <a:srgbClr val="586B7D"/>
                </a:solidFill>
                <a:latin typeface="Segoe UI"/>
                <a:ea typeface="Segoe UI"/>
                <a:cs typeface="Segoe UI"/>
              </a:defRPr>
            </a:lvl8pPr>
            <a:lvl9pPr>
              <a:defRPr sz="1575" b="0">
                <a:solidFill>
                  <a:srgbClr val="586B7D"/>
                </a:solidFill>
                <a:latin typeface="Segoe UI"/>
                <a:ea typeface="Segoe UI"/>
                <a:cs typeface="Segoe UI"/>
              </a:defRPr>
            </a:lvl9pPr>
          </a:lstStyle>
          <a:p xmlns:a="http://schemas.openxmlformats.org/drawingml/2006/main">
            <a:pPr>
              <a:defRPr sz="1575" b="0">
                <a:solidFill>
                  <a:srgbClr val="586B7D"/>
                </a:solidFill>
                <a:latin typeface="Segoe UI"/>
                <a:ea typeface="Segoe UI"/>
                <a:cs typeface="Segoe UI"/>
              </a:defRPr>
            </a:pPr>
            <a:r>
              <a:rPr sz="1575" b="0">
                <a:solidFill>
                  <a:srgbClr val="586B7D"/>
                </a:solidFill>
                <a:latin typeface="Segoe UI"/>
                <a:ea typeface="Segoe UI"/>
                <a:cs typeface="Segoe UI"/>
              </a:rPr>
              <a:t>Business overview</a:t>
            </a:r>
          </a:p>
        </p:txBody>
      </p:sp>
    </p:spTree>
    <p:extLst>
      <p:ext uri="{BB962C8B-B14F-4D97-AF65-F5344CB8AC3E}">
        <p14:creationId xmlns:p14="http://schemas.microsoft.com/office/powerpoint/2010/main" val="17138375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8449B30C-198A-4463-A60F-A8C6DF558802}"/>
              </a:ext>
            </a:extLst>
          </p:cNvPr>
          <p:cNvCxnSpPr>
            <a:stCxn xmlns:a="http://schemas.openxmlformats.org/drawingml/2006/main" id="14" idx="6"/>
            <a:endCxn xmlns:a="http://schemas.openxmlformats.org/drawingml/2006/main" id="17" idx="2"/>
          </p:cNvCxnSpPr>
          <p:nvPr/>
        </p:nvCxnSpPr>
        <p:spPr>
          <a:xfrm xmlns:a="http://schemas.openxmlformats.org/drawingml/2006/main">
            <a:off x="6838950" y="2828925"/>
            <a:ext cx="2190750" cy="0"/>
          </a:xfrm>
          <a:prstGeom xmlns:a="http://schemas.openxmlformats.org/drawingml/2006/main" prst="straightConnector1">
            <a:avLst/>
          </a:prstGeom>
          <a:ln xmlns:a="http://schemas.openxmlformats.org/drawingml/2006/main" w="19050">
            <a:solidFill>
              <a:srgbClr val="2168A8"/>
            </a:solidFill>
            <a:prstDash val="solid"/>
            <a:headEnd type="none" w="med" len="med"/>
            <a:tailEnd type="arrow" w="med" len="med"/>
          </a:ln>
        </p:spPr>
      </p:cxnSp>
      <p:cxnSp>
        <p:nvCxnSpPr>
          <p:cNvPr id="3" name="">
            <a:extLst xmlns:a="http://schemas.openxmlformats.org/drawingml/2006/main">
              <a:ext uri="{FF2B5EF4-FFF2-40B4-BE49-F238E27FC236}">
                <a16:creationId xmlns:a16="http://schemas.microsoft.com/office/drawing/2014/main" id="{12D1057D-521E-4404-B389-BDFF07F8E961}"/>
              </a:ext>
            </a:extLst>
          </p:cNvPr>
          <p:cNvCxnSpPr>
            <a:stCxn xmlns:a="http://schemas.openxmlformats.org/drawingml/2006/main" id="11" idx="6"/>
            <a:endCxn xmlns:a="http://schemas.openxmlformats.org/drawingml/2006/main" id="14" idx="2"/>
          </p:cNvCxnSpPr>
          <p:nvPr/>
        </p:nvCxnSpPr>
        <p:spPr>
          <a:xfrm xmlns:a="http://schemas.openxmlformats.org/drawingml/2006/main">
            <a:off x="4057650" y="2828925"/>
            <a:ext cx="2190750" cy="0"/>
          </a:xfrm>
          <a:prstGeom xmlns:a="http://schemas.openxmlformats.org/drawingml/2006/main" prst="straightConnector1">
            <a:avLst/>
          </a:prstGeom>
          <a:ln xmlns:a="http://schemas.openxmlformats.org/drawingml/2006/main" w="19050">
            <a:solidFill>
              <a:srgbClr val="2168A8"/>
            </a:solidFill>
            <a:prstDash val="solid"/>
            <a:headEnd type="none" w="med" len="med"/>
            <a:tailEnd type="arrow" w="med" len="med"/>
          </a:ln>
        </p:spPr>
      </p:cxnSp>
      <p:cxnSp>
        <p:nvCxnSpPr>
          <p:cNvPr id="4" name="">
            <a:extLst xmlns:a="http://schemas.openxmlformats.org/drawingml/2006/main">
              <a:ext uri="{FF2B5EF4-FFF2-40B4-BE49-F238E27FC236}">
                <a16:creationId xmlns:a16="http://schemas.microsoft.com/office/drawing/2014/main" id="{5C5D920C-DC8F-4686-B329-156C3C3133B5}"/>
              </a:ext>
            </a:extLst>
          </p:cNvPr>
          <p:cNvCxnSpPr>
            <a:stCxn xmlns:a="http://schemas.openxmlformats.org/drawingml/2006/main" id="8" idx="6"/>
            <a:endCxn xmlns:a="http://schemas.openxmlformats.org/drawingml/2006/main" id="11" idx="2"/>
          </p:cNvCxnSpPr>
          <p:nvPr/>
        </p:nvCxnSpPr>
        <p:spPr>
          <a:xfrm xmlns:a="http://schemas.openxmlformats.org/drawingml/2006/main">
            <a:off x="1276350" y="2828925"/>
            <a:ext cx="2190750" cy="0"/>
          </a:xfrm>
          <a:prstGeom xmlns:a="http://schemas.openxmlformats.org/drawingml/2006/main" prst="straightConnector1">
            <a:avLst/>
          </a:prstGeom>
          <a:ln xmlns:a="http://schemas.openxmlformats.org/drawingml/2006/main" w="19050">
            <a:solidFill>
              <a:srgbClr val="2168A8"/>
            </a:solidFill>
            <a:prstDash val="solid"/>
            <a:headEnd type="none" w="med" len="med"/>
            <a:tailEnd type="arrow" w="med" len="med"/>
          </a:ln>
        </p:spPr>
      </p:cxnSp>
      <p:sp>
        <p:nvSpPr>
          <p:cNvPr id="5" name="title">
            <a:extLst xmlns:a="http://schemas.openxmlformats.org/drawingml/2006/main">
              <a:ext uri="{FF2B5EF4-FFF2-40B4-BE49-F238E27FC236}">
                <a16:creationId xmlns:a16="http://schemas.microsoft.com/office/drawing/2014/main" id="{8DC7A429-90AE-45D0-9308-D6EDAFC30871}"/>
              </a:ext>
            </a:extLst>
          </p:cNvPr>
          <p:cNvSpPr>
            <a:spLocks xmlns:a="http://schemas.openxmlformats.org/drawingml/2006/main" noGrp="1"/>
          </p:cNvSpPr>
          <p:nvPr/>
        </p:nvSpPr>
        <p:spPr>
          <a:xfrm xmlns:a="http://schemas.openxmlformats.org/drawingml/2006/main">
            <a:off x="685800" y="6191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44F"/>
                </a:solidFill>
                <a:latin typeface="Segoe UI"/>
                <a:ea typeface="Segoe UI"/>
                <a:cs typeface="Segoe UI"/>
              </a:defRPr>
            </a:defPPr>
            <a:lvl1pPr>
              <a:defRPr sz="3450" b="1">
                <a:solidFill>
                  <a:srgbClr val="17344F"/>
                </a:solidFill>
                <a:latin typeface="Segoe UI"/>
                <a:ea typeface="Segoe UI"/>
                <a:cs typeface="Segoe UI"/>
              </a:defRPr>
            </a:lvl1pPr>
            <a:lvl2pPr>
              <a:defRPr sz="3450" b="1">
                <a:solidFill>
                  <a:srgbClr val="17344F"/>
                </a:solidFill>
                <a:latin typeface="Segoe UI"/>
                <a:ea typeface="Segoe UI"/>
                <a:cs typeface="Segoe UI"/>
              </a:defRPr>
            </a:lvl2pPr>
            <a:lvl3pPr>
              <a:defRPr sz="3450" b="1">
                <a:solidFill>
                  <a:srgbClr val="17344F"/>
                </a:solidFill>
                <a:latin typeface="Segoe UI"/>
                <a:ea typeface="Segoe UI"/>
                <a:cs typeface="Segoe UI"/>
              </a:defRPr>
            </a:lvl3pPr>
            <a:lvl4pPr>
              <a:defRPr sz="3450" b="1">
                <a:solidFill>
                  <a:srgbClr val="17344F"/>
                </a:solidFill>
                <a:latin typeface="Segoe UI"/>
                <a:ea typeface="Segoe UI"/>
                <a:cs typeface="Segoe UI"/>
              </a:defRPr>
            </a:lvl4pPr>
            <a:lvl5pPr>
              <a:defRPr sz="3450" b="1">
                <a:solidFill>
                  <a:srgbClr val="17344F"/>
                </a:solidFill>
                <a:latin typeface="Segoe UI"/>
                <a:ea typeface="Segoe UI"/>
                <a:cs typeface="Segoe UI"/>
              </a:defRPr>
            </a:lvl5pPr>
            <a:lvl6pPr>
              <a:defRPr sz="3450" b="1">
                <a:solidFill>
                  <a:srgbClr val="17344F"/>
                </a:solidFill>
                <a:latin typeface="Segoe UI"/>
                <a:ea typeface="Segoe UI"/>
                <a:cs typeface="Segoe UI"/>
              </a:defRPr>
            </a:lvl6pPr>
            <a:lvl7pPr>
              <a:defRPr sz="3450" b="1">
                <a:solidFill>
                  <a:srgbClr val="17344F"/>
                </a:solidFill>
                <a:latin typeface="Segoe UI"/>
                <a:ea typeface="Segoe UI"/>
                <a:cs typeface="Segoe UI"/>
              </a:defRPr>
            </a:lvl7pPr>
            <a:lvl8pPr>
              <a:defRPr sz="3450" b="1">
                <a:solidFill>
                  <a:srgbClr val="17344F"/>
                </a:solidFill>
                <a:latin typeface="Segoe UI"/>
                <a:ea typeface="Segoe UI"/>
                <a:cs typeface="Segoe UI"/>
              </a:defRPr>
            </a:lvl8pPr>
            <a:lvl9pPr>
              <a:defRPr sz="3450" b="1">
                <a:solidFill>
                  <a:srgbClr val="17344F"/>
                </a:solidFill>
                <a:latin typeface="Segoe UI"/>
                <a:ea typeface="Segoe UI"/>
                <a:cs typeface="Segoe UI"/>
              </a:defRPr>
            </a:lvl9pPr>
          </a:lstStyle>
          <a:p xmlns:a="http://schemas.openxmlformats.org/drawingml/2006/main">
            <a:pPr>
              <a:defRPr sz="3450" b="1">
                <a:solidFill>
                  <a:srgbClr val="17344F"/>
                </a:solidFill>
                <a:latin typeface="Segoe UI"/>
                <a:ea typeface="Segoe UI"/>
                <a:cs typeface="Segoe UI"/>
              </a:defRPr>
            </a:pPr>
            <a:r>
              <a:rPr sz="3450" b="1">
                <a:solidFill>
                  <a:srgbClr val="17344F"/>
                </a:solidFill>
                <a:latin typeface="Segoe UI"/>
                <a:ea typeface="Segoe UI"/>
                <a:cs typeface="Segoe UI"/>
              </a:rPr>
              <a:t>How the POC works</a:t>
            </a:r>
          </a:p>
        </p:txBody>
      </p:sp>
      <p:sp>
        <p:nvSpPr>
          <p:cNvPr id="6" name="subtitle">
            <a:extLst xmlns:a="http://schemas.openxmlformats.org/drawingml/2006/main">
              <a:ext uri="{FF2B5EF4-FFF2-40B4-BE49-F238E27FC236}">
                <a16:creationId xmlns:a16="http://schemas.microsoft.com/office/drawing/2014/main" id="{56C3EA2A-E4E5-4130-91D9-8AE8B238ACA1}"/>
              </a:ext>
            </a:extLst>
          </p:cNvPr>
          <p:cNvSpPr>
            <a:spLocks xmlns:a="http://schemas.openxmlformats.org/drawingml/2006/main" noGrp="1"/>
          </p:cNvSpPr>
          <p:nvPr/>
        </p:nvSpPr>
        <p:spPr>
          <a:xfrm xmlns:a="http://schemas.openxmlformats.org/drawingml/2006/main">
            <a:off x="704850" y="14097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B7D"/>
                </a:solidFill>
                <a:latin typeface="Segoe UI"/>
                <a:ea typeface="Segoe UI"/>
                <a:cs typeface="Segoe UI"/>
              </a:defRPr>
            </a:defPPr>
            <a:lvl1pPr>
              <a:defRPr sz="1875" b="0">
                <a:solidFill>
                  <a:srgbClr val="586B7D"/>
                </a:solidFill>
                <a:latin typeface="Segoe UI"/>
                <a:ea typeface="Segoe UI"/>
                <a:cs typeface="Segoe UI"/>
              </a:defRPr>
            </a:lvl1pPr>
            <a:lvl2pPr>
              <a:defRPr sz="1875" b="0">
                <a:solidFill>
                  <a:srgbClr val="586B7D"/>
                </a:solidFill>
                <a:latin typeface="Segoe UI"/>
                <a:ea typeface="Segoe UI"/>
                <a:cs typeface="Segoe UI"/>
              </a:defRPr>
            </a:lvl2pPr>
            <a:lvl3pPr>
              <a:defRPr sz="1875" b="0">
                <a:solidFill>
                  <a:srgbClr val="586B7D"/>
                </a:solidFill>
                <a:latin typeface="Segoe UI"/>
                <a:ea typeface="Segoe UI"/>
                <a:cs typeface="Segoe UI"/>
              </a:defRPr>
            </a:lvl3pPr>
            <a:lvl4pPr>
              <a:defRPr sz="1875" b="0">
                <a:solidFill>
                  <a:srgbClr val="586B7D"/>
                </a:solidFill>
                <a:latin typeface="Segoe UI"/>
                <a:ea typeface="Segoe UI"/>
                <a:cs typeface="Segoe UI"/>
              </a:defRPr>
            </a:lvl4pPr>
            <a:lvl5pPr>
              <a:defRPr sz="1875" b="0">
                <a:solidFill>
                  <a:srgbClr val="586B7D"/>
                </a:solidFill>
                <a:latin typeface="Segoe UI"/>
                <a:ea typeface="Segoe UI"/>
                <a:cs typeface="Segoe UI"/>
              </a:defRPr>
            </a:lvl5pPr>
            <a:lvl6pPr>
              <a:defRPr sz="1875" b="0">
                <a:solidFill>
                  <a:srgbClr val="586B7D"/>
                </a:solidFill>
                <a:latin typeface="Segoe UI"/>
                <a:ea typeface="Segoe UI"/>
                <a:cs typeface="Segoe UI"/>
              </a:defRPr>
            </a:lvl6pPr>
            <a:lvl7pPr>
              <a:defRPr sz="1875" b="0">
                <a:solidFill>
                  <a:srgbClr val="586B7D"/>
                </a:solidFill>
                <a:latin typeface="Segoe UI"/>
                <a:ea typeface="Segoe UI"/>
                <a:cs typeface="Segoe UI"/>
              </a:defRPr>
            </a:lvl7pPr>
            <a:lvl8pPr>
              <a:defRPr sz="1875" b="0">
                <a:solidFill>
                  <a:srgbClr val="586B7D"/>
                </a:solidFill>
                <a:latin typeface="Segoe UI"/>
                <a:ea typeface="Segoe UI"/>
                <a:cs typeface="Segoe UI"/>
              </a:defRPr>
            </a:lvl8pPr>
            <a:lvl9pPr>
              <a:defRPr sz="1875" b="0">
                <a:solidFill>
                  <a:srgbClr val="586B7D"/>
                </a:solidFill>
                <a:latin typeface="Segoe UI"/>
                <a:ea typeface="Segoe UI"/>
                <a:cs typeface="Segoe UI"/>
              </a:defRPr>
            </a:lvl9pPr>
          </a:lstStyle>
          <a:p xmlns:a="http://schemas.openxmlformats.org/drawingml/2006/main">
            <a:pPr>
              <a:defRPr sz="1875" b="0">
                <a:solidFill>
                  <a:srgbClr val="586B7D"/>
                </a:solidFill>
                <a:latin typeface="Segoe UI"/>
                <a:ea typeface="Segoe UI"/>
                <a:cs typeface="Segoe UI"/>
              </a:defRPr>
            </a:pPr>
            <a:r>
              <a:rPr sz="1875" b="0">
                <a:solidFill>
                  <a:srgbClr val="586B7D"/>
                </a:solidFill>
                <a:latin typeface="Segoe UI"/>
                <a:ea typeface="Segoe UI"/>
                <a:cs typeface="Segoe UI"/>
              </a:rPr>
              <a:t>Selected health systems guide a repeatable review process</a:t>
            </a:r>
          </a:p>
        </p:txBody>
      </p:sp>
      <p:sp>
        <p:nvSpPr>
          <p:cNvPr id="7" name="page-number">
            <a:extLst xmlns:a="http://schemas.openxmlformats.org/drawingml/2006/main">
              <a:ext uri="{FF2B5EF4-FFF2-40B4-BE49-F238E27FC236}">
                <a16:creationId xmlns:a16="http://schemas.microsoft.com/office/drawing/2014/main" id="{F507671F-CF49-40A0-9C41-C41314325381}"/>
              </a:ext>
            </a:extLst>
          </p:cNvPr>
          <p:cNvSpPr>
            <a:spLocks xmlns:a="http://schemas.openxmlformats.org/drawingml/2006/main" noGrp="1"/>
          </p:cNvSpPr>
          <p:nvPr/>
        </p:nvSpPr>
        <p:spPr>
          <a:xfrm xmlns:a="http://schemas.openxmlformats.org/drawingml/2006/main">
            <a:off x="110680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B7D"/>
                </a:solidFill>
                <a:latin typeface="Segoe UI"/>
                <a:ea typeface="Segoe UI"/>
                <a:cs typeface="Segoe UI"/>
              </a:defRPr>
            </a:defPPr>
            <a:lvl1pPr>
              <a:defRPr sz="1350" b="0">
                <a:solidFill>
                  <a:srgbClr val="586B7D"/>
                </a:solidFill>
                <a:latin typeface="Segoe UI"/>
                <a:ea typeface="Segoe UI"/>
                <a:cs typeface="Segoe UI"/>
              </a:defRPr>
            </a:lvl1pPr>
            <a:lvl2pPr>
              <a:defRPr sz="1350" b="0">
                <a:solidFill>
                  <a:srgbClr val="586B7D"/>
                </a:solidFill>
                <a:latin typeface="Segoe UI"/>
                <a:ea typeface="Segoe UI"/>
                <a:cs typeface="Segoe UI"/>
              </a:defRPr>
            </a:lvl2pPr>
            <a:lvl3pPr>
              <a:defRPr sz="1350" b="0">
                <a:solidFill>
                  <a:srgbClr val="586B7D"/>
                </a:solidFill>
                <a:latin typeface="Segoe UI"/>
                <a:ea typeface="Segoe UI"/>
                <a:cs typeface="Segoe UI"/>
              </a:defRPr>
            </a:lvl3pPr>
            <a:lvl4pPr>
              <a:defRPr sz="1350" b="0">
                <a:solidFill>
                  <a:srgbClr val="586B7D"/>
                </a:solidFill>
                <a:latin typeface="Segoe UI"/>
                <a:ea typeface="Segoe UI"/>
                <a:cs typeface="Segoe UI"/>
              </a:defRPr>
            </a:lvl4pPr>
            <a:lvl5pPr>
              <a:defRPr sz="1350" b="0">
                <a:solidFill>
                  <a:srgbClr val="586B7D"/>
                </a:solidFill>
                <a:latin typeface="Segoe UI"/>
                <a:ea typeface="Segoe UI"/>
                <a:cs typeface="Segoe UI"/>
              </a:defRPr>
            </a:lvl5pPr>
            <a:lvl6pPr>
              <a:defRPr sz="1350" b="0">
                <a:solidFill>
                  <a:srgbClr val="586B7D"/>
                </a:solidFill>
                <a:latin typeface="Segoe UI"/>
                <a:ea typeface="Segoe UI"/>
                <a:cs typeface="Segoe UI"/>
              </a:defRPr>
            </a:lvl6pPr>
            <a:lvl7pPr>
              <a:defRPr sz="1350" b="0">
                <a:solidFill>
                  <a:srgbClr val="586B7D"/>
                </a:solidFill>
                <a:latin typeface="Segoe UI"/>
                <a:ea typeface="Segoe UI"/>
                <a:cs typeface="Segoe UI"/>
              </a:defRPr>
            </a:lvl7pPr>
            <a:lvl8pPr>
              <a:defRPr sz="1350" b="0">
                <a:solidFill>
                  <a:srgbClr val="586B7D"/>
                </a:solidFill>
                <a:latin typeface="Segoe UI"/>
                <a:ea typeface="Segoe UI"/>
                <a:cs typeface="Segoe UI"/>
              </a:defRPr>
            </a:lvl8pPr>
            <a:lvl9pPr>
              <a:defRPr sz="1350" b="0">
                <a:solidFill>
                  <a:srgbClr val="586B7D"/>
                </a:solidFill>
                <a:latin typeface="Segoe UI"/>
                <a:ea typeface="Segoe UI"/>
                <a:cs typeface="Segoe UI"/>
              </a:defRPr>
            </a:lvl9pPr>
          </a:lstStyle>
          <a:p xmlns:a="http://schemas.openxmlformats.org/drawingml/2006/main">
            <a:pPr>
              <a:defRPr sz="1350" b="0">
                <a:solidFill>
                  <a:srgbClr val="586B7D"/>
                </a:solidFill>
                <a:latin typeface="Segoe UI"/>
                <a:ea typeface="Segoe UI"/>
                <a:cs typeface="Segoe UI"/>
              </a:defRPr>
            </a:pPr>
            <a:r>
              <a:rPr sz="1350" b="0">
                <a:solidFill>
                  <a:srgbClr val="586B7D"/>
                </a:solidFill>
                <a:latin typeface="Segoe UI"/>
                <a:ea typeface="Segoe UI"/>
                <a:cs typeface="Segoe UI"/>
              </a:rPr>
              <a:t>02</a:t>
            </a:r>
          </a:p>
        </p:txBody>
      </p:sp>
      <p:sp>
        <p:nvSpPr>
          <p:cNvPr id="8" name="step-1">
            <a:extLst xmlns:a="http://schemas.openxmlformats.org/drawingml/2006/main">
              <a:ext uri="{FF2B5EF4-FFF2-40B4-BE49-F238E27FC236}">
                <a16:creationId xmlns:a16="http://schemas.microsoft.com/office/drawing/2014/main" id="{0A9FCC34-9B20-4821-9F28-45E9E85668F4}"/>
              </a:ext>
            </a:extLst>
          </p:cNvPr>
          <p:cNvSpPr>
            <a:spLocks xmlns:a="http://schemas.openxmlformats.org/drawingml/2006/main" noGrp="1"/>
          </p:cNvSpPr>
          <p:nvPr/>
        </p:nvSpPr>
        <p:spPr>
          <a:xfrm xmlns:a="http://schemas.openxmlformats.org/drawingml/2006/main">
            <a:off x="685800" y="2533650"/>
            <a:ext cx="590550" cy="590550"/>
          </a:xfrm>
          <a:prstGeom xmlns:a="http://schemas.openxmlformats.org/drawingml/2006/main" prst="ellipse">
            <a:avLst/>
          </a:prstGeom>
          <a:solidFill xmlns:a="http://schemas.openxmlformats.org/drawingml/2006/main">
            <a:srgbClr val="EDF3F9"/>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250" b="1">
                <a:solidFill>
                  <a:srgbClr val="2168A8"/>
                </a:solidFill>
                <a:latin typeface="Segoe UI"/>
                <a:ea typeface="Segoe UI"/>
                <a:cs typeface="Segoe UI"/>
              </a:defRPr>
            </a:defPPr>
            <a:lvl1pPr algn="ctr">
              <a:defRPr sz="2250" b="1">
                <a:solidFill>
                  <a:srgbClr val="2168A8"/>
                </a:solidFill>
                <a:latin typeface="Segoe UI"/>
                <a:ea typeface="Segoe UI"/>
                <a:cs typeface="Segoe UI"/>
              </a:defRPr>
            </a:lvl1pPr>
            <a:lvl2pPr algn="ctr">
              <a:defRPr sz="2250" b="1">
                <a:solidFill>
                  <a:srgbClr val="2168A8"/>
                </a:solidFill>
                <a:latin typeface="Segoe UI"/>
                <a:ea typeface="Segoe UI"/>
                <a:cs typeface="Segoe UI"/>
              </a:defRPr>
            </a:lvl2pPr>
            <a:lvl3pPr algn="ctr">
              <a:defRPr sz="2250" b="1">
                <a:solidFill>
                  <a:srgbClr val="2168A8"/>
                </a:solidFill>
                <a:latin typeface="Segoe UI"/>
                <a:ea typeface="Segoe UI"/>
                <a:cs typeface="Segoe UI"/>
              </a:defRPr>
            </a:lvl3pPr>
            <a:lvl4pPr algn="ctr">
              <a:defRPr sz="2250" b="1">
                <a:solidFill>
                  <a:srgbClr val="2168A8"/>
                </a:solidFill>
                <a:latin typeface="Segoe UI"/>
                <a:ea typeface="Segoe UI"/>
                <a:cs typeface="Segoe UI"/>
              </a:defRPr>
            </a:lvl4pPr>
            <a:lvl5pPr algn="ctr">
              <a:defRPr sz="2250" b="1">
                <a:solidFill>
                  <a:srgbClr val="2168A8"/>
                </a:solidFill>
                <a:latin typeface="Segoe UI"/>
                <a:ea typeface="Segoe UI"/>
                <a:cs typeface="Segoe UI"/>
              </a:defRPr>
            </a:lvl5pPr>
            <a:lvl6pPr algn="ctr">
              <a:defRPr sz="2250" b="1">
                <a:solidFill>
                  <a:srgbClr val="2168A8"/>
                </a:solidFill>
                <a:latin typeface="Segoe UI"/>
                <a:ea typeface="Segoe UI"/>
                <a:cs typeface="Segoe UI"/>
              </a:defRPr>
            </a:lvl6pPr>
            <a:lvl7pPr algn="ctr">
              <a:defRPr sz="2250" b="1">
                <a:solidFill>
                  <a:srgbClr val="2168A8"/>
                </a:solidFill>
                <a:latin typeface="Segoe UI"/>
                <a:ea typeface="Segoe UI"/>
                <a:cs typeface="Segoe UI"/>
              </a:defRPr>
            </a:lvl7pPr>
            <a:lvl8pPr algn="ctr">
              <a:defRPr sz="2250" b="1">
                <a:solidFill>
                  <a:srgbClr val="2168A8"/>
                </a:solidFill>
                <a:latin typeface="Segoe UI"/>
                <a:ea typeface="Segoe UI"/>
                <a:cs typeface="Segoe UI"/>
              </a:defRPr>
            </a:lvl8pPr>
            <a:lvl9pPr algn="ctr">
              <a:defRPr sz="2250" b="1">
                <a:solidFill>
                  <a:srgbClr val="2168A8"/>
                </a:solidFill>
                <a:latin typeface="Segoe UI"/>
                <a:ea typeface="Segoe UI"/>
                <a:cs typeface="Segoe UI"/>
              </a:defRPr>
            </a:lvl9pPr>
          </a:lstStyle>
          <a:p xmlns:a="http://schemas.openxmlformats.org/drawingml/2006/main">
            <a:pPr algn="ctr">
              <a:defRPr sz="2250" b="1">
                <a:solidFill>
                  <a:srgbClr val="2168A8"/>
                </a:solidFill>
                <a:latin typeface="Segoe UI"/>
                <a:ea typeface="Segoe UI"/>
                <a:cs typeface="Segoe UI"/>
              </a:defRPr>
            </a:pPr>
            <a:r>
              <a:rPr sz="2250" b="1">
                <a:solidFill>
                  <a:srgbClr val="2168A8"/>
                </a:solidFill>
                <a:latin typeface="Segoe UI"/>
                <a:ea typeface="Segoe UI"/>
                <a:cs typeface="Segoe UI"/>
              </a:rPr>
              <a:t>1</a:t>
            </a:r>
          </a:p>
        </p:txBody>
      </p:sp>
      <p:sp>
        <p:nvSpPr>
          <p:cNvPr id="9" name="step-heading-0">
            <a:extLst xmlns:a="http://schemas.openxmlformats.org/drawingml/2006/main">
              <a:ext uri="{FF2B5EF4-FFF2-40B4-BE49-F238E27FC236}">
                <a16:creationId xmlns:a16="http://schemas.microsoft.com/office/drawing/2014/main" id="{093CD788-45C8-4E70-BD04-7BF4EBE2FC20}"/>
              </a:ext>
            </a:extLst>
          </p:cNvPr>
          <p:cNvSpPr>
            <a:spLocks xmlns:a="http://schemas.openxmlformats.org/drawingml/2006/main" noGrp="1"/>
          </p:cNvSpPr>
          <p:nvPr/>
        </p:nvSpPr>
        <p:spPr>
          <a:xfrm xmlns:a="http://schemas.openxmlformats.org/drawingml/2006/main">
            <a:off x="685800" y="34099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44F"/>
                </a:solidFill>
                <a:latin typeface="Segoe UI"/>
                <a:ea typeface="Segoe UI"/>
                <a:cs typeface="Segoe UI"/>
              </a:defRPr>
            </a:defPPr>
            <a:lvl1pPr>
              <a:defRPr sz="2325" b="1">
                <a:solidFill>
                  <a:srgbClr val="17344F"/>
                </a:solidFill>
                <a:latin typeface="Segoe UI"/>
                <a:ea typeface="Segoe UI"/>
                <a:cs typeface="Segoe UI"/>
              </a:defRPr>
            </a:lvl1pPr>
            <a:lvl2pPr>
              <a:defRPr sz="2325" b="1">
                <a:solidFill>
                  <a:srgbClr val="17344F"/>
                </a:solidFill>
                <a:latin typeface="Segoe UI"/>
                <a:ea typeface="Segoe UI"/>
                <a:cs typeface="Segoe UI"/>
              </a:defRPr>
            </a:lvl2pPr>
            <a:lvl3pPr>
              <a:defRPr sz="2325" b="1">
                <a:solidFill>
                  <a:srgbClr val="17344F"/>
                </a:solidFill>
                <a:latin typeface="Segoe UI"/>
                <a:ea typeface="Segoe UI"/>
                <a:cs typeface="Segoe UI"/>
              </a:defRPr>
            </a:lvl3pPr>
            <a:lvl4pPr>
              <a:defRPr sz="2325" b="1">
                <a:solidFill>
                  <a:srgbClr val="17344F"/>
                </a:solidFill>
                <a:latin typeface="Segoe UI"/>
                <a:ea typeface="Segoe UI"/>
                <a:cs typeface="Segoe UI"/>
              </a:defRPr>
            </a:lvl4pPr>
            <a:lvl5pPr>
              <a:defRPr sz="2325" b="1">
                <a:solidFill>
                  <a:srgbClr val="17344F"/>
                </a:solidFill>
                <a:latin typeface="Segoe UI"/>
                <a:ea typeface="Segoe UI"/>
                <a:cs typeface="Segoe UI"/>
              </a:defRPr>
            </a:lvl5pPr>
            <a:lvl6pPr>
              <a:defRPr sz="2325" b="1">
                <a:solidFill>
                  <a:srgbClr val="17344F"/>
                </a:solidFill>
                <a:latin typeface="Segoe UI"/>
                <a:ea typeface="Segoe UI"/>
                <a:cs typeface="Segoe UI"/>
              </a:defRPr>
            </a:lvl6pPr>
            <a:lvl7pPr>
              <a:defRPr sz="2325" b="1">
                <a:solidFill>
                  <a:srgbClr val="17344F"/>
                </a:solidFill>
                <a:latin typeface="Segoe UI"/>
                <a:ea typeface="Segoe UI"/>
                <a:cs typeface="Segoe UI"/>
              </a:defRPr>
            </a:lvl7pPr>
            <a:lvl8pPr>
              <a:defRPr sz="2325" b="1">
                <a:solidFill>
                  <a:srgbClr val="17344F"/>
                </a:solidFill>
                <a:latin typeface="Segoe UI"/>
                <a:ea typeface="Segoe UI"/>
                <a:cs typeface="Segoe UI"/>
              </a:defRPr>
            </a:lvl8pPr>
            <a:lvl9pPr>
              <a:defRPr sz="2325" b="1">
                <a:solidFill>
                  <a:srgbClr val="17344F"/>
                </a:solidFill>
                <a:latin typeface="Segoe UI"/>
                <a:ea typeface="Segoe UI"/>
                <a:cs typeface="Segoe UI"/>
              </a:defRPr>
            </a:lvl9pPr>
          </a:lstStyle>
          <a:p xmlns:a="http://schemas.openxmlformats.org/drawingml/2006/main">
            <a:pPr>
              <a:defRPr sz="2325" b="1">
                <a:solidFill>
                  <a:srgbClr val="17344F"/>
                </a:solidFill>
                <a:latin typeface="Segoe UI"/>
                <a:ea typeface="Segoe UI"/>
                <a:cs typeface="Segoe UI"/>
              </a:defRPr>
            </a:pPr>
            <a:r>
              <a:rPr sz="2325" b="1">
                <a:solidFill>
                  <a:srgbClr val="17344F"/>
                </a:solidFill>
                <a:latin typeface="Segoe UI"/>
                <a:ea typeface="Segoe UI"/>
                <a:cs typeface="Segoe UI"/>
              </a:rPr>
              <a:t>Find updates</a:t>
            </a:r>
          </a:p>
        </p:txBody>
      </p:sp>
      <p:sp>
        <p:nvSpPr>
          <p:cNvPr id="10" name="step-body-0">
            <a:extLst xmlns:a="http://schemas.openxmlformats.org/drawingml/2006/main">
              <a:ext uri="{FF2B5EF4-FFF2-40B4-BE49-F238E27FC236}">
                <a16:creationId xmlns:a16="http://schemas.microsoft.com/office/drawing/2014/main" id="{EE8D6B68-86A3-4D8F-90D0-A97943DCCBBD}"/>
              </a:ext>
            </a:extLst>
          </p:cNvPr>
          <p:cNvSpPr>
            <a:spLocks xmlns:a="http://schemas.openxmlformats.org/drawingml/2006/main" noGrp="1"/>
          </p:cNvSpPr>
          <p:nvPr/>
        </p:nvSpPr>
        <p:spPr>
          <a:xfrm xmlns:a="http://schemas.openxmlformats.org/drawingml/2006/main">
            <a:off x="685800" y="4010025"/>
            <a:ext cx="24288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B7D"/>
                </a:solidFill>
                <a:latin typeface="Segoe UI"/>
                <a:ea typeface="Segoe UI"/>
                <a:cs typeface="Segoe UI"/>
              </a:defRPr>
            </a:defPPr>
            <a:lvl1pPr>
              <a:defRPr sz="1800" b="0">
                <a:solidFill>
                  <a:srgbClr val="586B7D"/>
                </a:solidFill>
                <a:latin typeface="Segoe UI"/>
                <a:ea typeface="Segoe UI"/>
                <a:cs typeface="Segoe UI"/>
              </a:defRPr>
            </a:lvl1pPr>
            <a:lvl2pPr>
              <a:defRPr sz="1800" b="0">
                <a:solidFill>
                  <a:srgbClr val="586B7D"/>
                </a:solidFill>
                <a:latin typeface="Segoe UI"/>
                <a:ea typeface="Segoe UI"/>
                <a:cs typeface="Segoe UI"/>
              </a:defRPr>
            </a:lvl2pPr>
            <a:lvl3pPr>
              <a:defRPr sz="1800" b="0">
                <a:solidFill>
                  <a:srgbClr val="586B7D"/>
                </a:solidFill>
                <a:latin typeface="Segoe UI"/>
                <a:ea typeface="Segoe UI"/>
                <a:cs typeface="Segoe UI"/>
              </a:defRPr>
            </a:lvl3pPr>
            <a:lvl4pPr>
              <a:defRPr sz="1800" b="0">
                <a:solidFill>
                  <a:srgbClr val="586B7D"/>
                </a:solidFill>
                <a:latin typeface="Segoe UI"/>
                <a:ea typeface="Segoe UI"/>
                <a:cs typeface="Segoe UI"/>
              </a:defRPr>
            </a:lvl4pPr>
            <a:lvl5pPr>
              <a:defRPr sz="1800" b="0">
                <a:solidFill>
                  <a:srgbClr val="586B7D"/>
                </a:solidFill>
                <a:latin typeface="Segoe UI"/>
                <a:ea typeface="Segoe UI"/>
                <a:cs typeface="Segoe UI"/>
              </a:defRPr>
            </a:lvl5pPr>
            <a:lvl6pPr>
              <a:defRPr sz="1800" b="0">
                <a:solidFill>
                  <a:srgbClr val="586B7D"/>
                </a:solidFill>
                <a:latin typeface="Segoe UI"/>
                <a:ea typeface="Segoe UI"/>
                <a:cs typeface="Segoe UI"/>
              </a:defRPr>
            </a:lvl6pPr>
            <a:lvl7pPr>
              <a:defRPr sz="1800" b="0">
                <a:solidFill>
                  <a:srgbClr val="586B7D"/>
                </a:solidFill>
                <a:latin typeface="Segoe UI"/>
                <a:ea typeface="Segoe UI"/>
                <a:cs typeface="Segoe UI"/>
              </a:defRPr>
            </a:lvl7pPr>
            <a:lvl8pPr>
              <a:defRPr sz="1800" b="0">
                <a:solidFill>
                  <a:srgbClr val="586B7D"/>
                </a:solidFill>
                <a:latin typeface="Segoe UI"/>
                <a:ea typeface="Segoe UI"/>
                <a:cs typeface="Segoe UI"/>
              </a:defRPr>
            </a:lvl8pPr>
            <a:lvl9pPr>
              <a:defRPr sz="1800" b="0">
                <a:solidFill>
                  <a:srgbClr val="586B7D"/>
                </a:solidFill>
                <a:latin typeface="Segoe UI"/>
                <a:ea typeface="Segoe UI"/>
                <a:cs typeface="Segoe UI"/>
              </a:defRPr>
            </a:lvl9pPr>
          </a:lstStyle>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Search official news</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for the IDNs a supplier</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chooses to follow.</a:t>
            </a:r>
          </a:p>
        </p:txBody>
      </p:sp>
      <p:sp>
        <p:nvSpPr>
          <p:cNvPr id="11" name="step-2">
            <a:extLst xmlns:a="http://schemas.openxmlformats.org/drawingml/2006/main">
              <a:ext uri="{FF2B5EF4-FFF2-40B4-BE49-F238E27FC236}">
                <a16:creationId xmlns:a16="http://schemas.microsoft.com/office/drawing/2014/main" id="{35399C3A-AB0E-4AEE-8DC8-E53E01037175}"/>
              </a:ext>
            </a:extLst>
          </p:cNvPr>
          <p:cNvSpPr>
            <a:spLocks xmlns:a="http://schemas.openxmlformats.org/drawingml/2006/main" noGrp="1"/>
          </p:cNvSpPr>
          <p:nvPr/>
        </p:nvSpPr>
        <p:spPr>
          <a:xfrm xmlns:a="http://schemas.openxmlformats.org/drawingml/2006/main">
            <a:off x="3467100" y="2533650"/>
            <a:ext cx="590550" cy="590550"/>
          </a:xfrm>
          <a:prstGeom xmlns:a="http://schemas.openxmlformats.org/drawingml/2006/main" prst="ellipse">
            <a:avLst/>
          </a:prstGeom>
          <a:solidFill xmlns:a="http://schemas.openxmlformats.org/drawingml/2006/main">
            <a:srgbClr val="EDF3F9"/>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250" b="1">
                <a:solidFill>
                  <a:srgbClr val="2168A8"/>
                </a:solidFill>
                <a:latin typeface="Segoe UI"/>
                <a:ea typeface="Segoe UI"/>
                <a:cs typeface="Segoe UI"/>
              </a:defRPr>
            </a:defPPr>
            <a:lvl1pPr algn="ctr">
              <a:defRPr sz="2250" b="1">
                <a:solidFill>
                  <a:srgbClr val="2168A8"/>
                </a:solidFill>
                <a:latin typeface="Segoe UI"/>
                <a:ea typeface="Segoe UI"/>
                <a:cs typeface="Segoe UI"/>
              </a:defRPr>
            </a:lvl1pPr>
            <a:lvl2pPr algn="ctr">
              <a:defRPr sz="2250" b="1">
                <a:solidFill>
                  <a:srgbClr val="2168A8"/>
                </a:solidFill>
                <a:latin typeface="Segoe UI"/>
                <a:ea typeface="Segoe UI"/>
                <a:cs typeface="Segoe UI"/>
              </a:defRPr>
            </a:lvl2pPr>
            <a:lvl3pPr algn="ctr">
              <a:defRPr sz="2250" b="1">
                <a:solidFill>
                  <a:srgbClr val="2168A8"/>
                </a:solidFill>
                <a:latin typeface="Segoe UI"/>
                <a:ea typeface="Segoe UI"/>
                <a:cs typeface="Segoe UI"/>
              </a:defRPr>
            </a:lvl3pPr>
            <a:lvl4pPr algn="ctr">
              <a:defRPr sz="2250" b="1">
                <a:solidFill>
                  <a:srgbClr val="2168A8"/>
                </a:solidFill>
                <a:latin typeface="Segoe UI"/>
                <a:ea typeface="Segoe UI"/>
                <a:cs typeface="Segoe UI"/>
              </a:defRPr>
            </a:lvl4pPr>
            <a:lvl5pPr algn="ctr">
              <a:defRPr sz="2250" b="1">
                <a:solidFill>
                  <a:srgbClr val="2168A8"/>
                </a:solidFill>
                <a:latin typeface="Segoe UI"/>
                <a:ea typeface="Segoe UI"/>
                <a:cs typeface="Segoe UI"/>
              </a:defRPr>
            </a:lvl5pPr>
            <a:lvl6pPr algn="ctr">
              <a:defRPr sz="2250" b="1">
                <a:solidFill>
                  <a:srgbClr val="2168A8"/>
                </a:solidFill>
                <a:latin typeface="Segoe UI"/>
                <a:ea typeface="Segoe UI"/>
                <a:cs typeface="Segoe UI"/>
              </a:defRPr>
            </a:lvl6pPr>
            <a:lvl7pPr algn="ctr">
              <a:defRPr sz="2250" b="1">
                <a:solidFill>
                  <a:srgbClr val="2168A8"/>
                </a:solidFill>
                <a:latin typeface="Segoe UI"/>
                <a:ea typeface="Segoe UI"/>
                <a:cs typeface="Segoe UI"/>
              </a:defRPr>
            </a:lvl7pPr>
            <a:lvl8pPr algn="ctr">
              <a:defRPr sz="2250" b="1">
                <a:solidFill>
                  <a:srgbClr val="2168A8"/>
                </a:solidFill>
                <a:latin typeface="Segoe UI"/>
                <a:ea typeface="Segoe UI"/>
                <a:cs typeface="Segoe UI"/>
              </a:defRPr>
            </a:lvl8pPr>
            <a:lvl9pPr algn="ctr">
              <a:defRPr sz="2250" b="1">
                <a:solidFill>
                  <a:srgbClr val="2168A8"/>
                </a:solidFill>
                <a:latin typeface="Segoe UI"/>
                <a:ea typeface="Segoe UI"/>
                <a:cs typeface="Segoe UI"/>
              </a:defRPr>
            </a:lvl9pPr>
          </a:lstStyle>
          <a:p xmlns:a="http://schemas.openxmlformats.org/drawingml/2006/main">
            <a:pPr algn="ctr">
              <a:defRPr sz="2250" b="1">
                <a:solidFill>
                  <a:srgbClr val="2168A8"/>
                </a:solidFill>
                <a:latin typeface="Segoe UI"/>
                <a:ea typeface="Segoe UI"/>
                <a:cs typeface="Segoe UI"/>
              </a:defRPr>
            </a:pPr>
            <a:r>
              <a:rPr sz="2250" b="1">
                <a:solidFill>
                  <a:srgbClr val="2168A8"/>
                </a:solidFill>
                <a:latin typeface="Segoe UI"/>
                <a:ea typeface="Segoe UI"/>
                <a:cs typeface="Segoe UI"/>
              </a:rPr>
              <a:t>2</a:t>
            </a:r>
          </a:p>
        </p:txBody>
      </p:sp>
      <p:sp>
        <p:nvSpPr>
          <p:cNvPr id="12" name="step-heading-1">
            <a:extLst xmlns:a="http://schemas.openxmlformats.org/drawingml/2006/main">
              <a:ext uri="{FF2B5EF4-FFF2-40B4-BE49-F238E27FC236}">
                <a16:creationId xmlns:a16="http://schemas.microsoft.com/office/drawing/2014/main" id="{F8B1EF0D-D455-4ED4-87A8-5153528BE3E6}"/>
              </a:ext>
            </a:extLst>
          </p:cNvPr>
          <p:cNvSpPr>
            <a:spLocks xmlns:a="http://schemas.openxmlformats.org/drawingml/2006/main" noGrp="1"/>
          </p:cNvSpPr>
          <p:nvPr/>
        </p:nvSpPr>
        <p:spPr>
          <a:xfrm xmlns:a="http://schemas.openxmlformats.org/drawingml/2006/main">
            <a:off x="3467100" y="34099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44F"/>
                </a:solidFill>
                <a:latin typeface="Segoe UI"/>
                <a:ea typeface="Segoe UI"/>
                <a:cs typeface="Segoe UI"/>
              </a:defRPr>
            </a:defPPr>
            <a:lvl1pPr>
              <a:defRPr sz="2325" b="1">
                <a:solidFill>
                  <a:srgbClr val="17344F"/>
                </a:solidFill>
                <a:latin typeface="Segoe UI"/>
                <a:ea typeface="Segoe UI"/>
                <a:cs typeface="Segoe UI"/>
              </a:defRPr>
            </a:lvl1pPr>
            <a:lvl2pPr>
              <a:defRPr sz="2325" b="1">
                <a:solidFill>
                  <a:srgbClr val="17344F"/>
                </a:solidFill>
                <a:latin typeface="Segoe UI"/>
                <a:ea typeface="Segoe UI"/>
                <a:cs typeface="Segoe UI"/>
              </a:defRPr>
            </a:lvl2pPr>
            <a:lvl3pPr>
              <a:defRPr sz="2325" b="1">
                <a:solidFill>
                  <a:srgbClr val="17344F"/>
                </a:solidFill>
                <a:latin typeface="Segoe UI"/>
                <a:ea typeface="Segoe UI"/>
                <a:cs typeface="Segoe UI"/>
              </a:defRPr>
            </a:lvl3pPr>
            <a:lvl4pPr>
              <a:defRPr sz="2325" b="1">
                <a:solidFill>
                  <a:srgbClr val="17344F"/>
                </a:solidFill>
                <a:latin typeface="Segoe UI"/>
                <a:ea typeface="Segoe UI"/>
                <a:cs typeface="Segoe UI"/>
              </a:defRPr>
            </a:lvl4pPr>
            <a:lvl5pPr>
              <a:defRPr sz="2325" b="1">
                <a:solidFill>
                  <a:srgbClr val="17344F"/>
                </a:solidFill>
                <a:latin typeface="Segoe UI"/>
                <a:ea typeface="Segoe UI"/>
                <a:cs typeface="Segoe UI"/>
              </a:defRPr>
            </a:lvl5pPr>
            <a:lvl6pPr>
              <a:defRPr sz="2325" b="1">
                <a:solidFill>
                  <a:srgbClr val="17344F"/>
                </a:solidFill>
                <a:latin typeface="Segoe UI"/>
                <a:ea typeface="Segoe UI"/>
                <a:cs typeface="Segoe UI"/>
              </a:defRPr>
            </a:lvl6pPr>
            <a:lvl7pPr>
              <a:defRPr sz="2325" b="1">
                <a:solidFill>
                  <a:srgbClr val="17344F"/>
                </a:solidFill>
                <a:latin typeface="Segoe UI"/>
                <a:ea typeface="Segoe UI"/>
                <a:cs typeface="Segoe UI"/>
              </a:defRPr>
            </a:lvl7pPr>
            <a:lvl8pPr>
              <a:defRPr sz="2325" b="1">
                <a:solidFill>
                  <a:srgbClr val="17344F"/>
                </a:solidFill>
                <a:latin typeface="Segoe UI"/>
                <a:ea typeface="Segoe UI"/>
                <a:cs typeface="Segoe UI"/>
              </a:defRPr>
            </a:lvl8pPr>
            <a:lvl9pPr>
              <a:defRPr sz="2325" b="1">
                <a:solidFill>
                  <a:srgbClr val="17344F"/>
                </a:solidFill>
                <a:latin typeface="Segoe UI"/>
                <a:ea typeface="Segoe UI"/>
                <a:cs typeface="Segoe UI"/>
              </a:defRPr>
            </a:lvl9pPr>
          </a:lstStyle>
          <a:p xmlns:a="http://schemas.openxmlformats.org/drawingml/2006/main">
            <a:pPr>
              <a:defRPr sz="2325" b="1">
                <a:solidFill>
                  <a:srgbClr val="17344F"/>
                </a:solidFill>
                <a:latin typeface="Segoe UI"/>
                <a:ea typeface="Segoe UI"/>
                <a:cs typeface="Segoe UI"/>
              </a:defRPr>
            </a:pPr>
            <a:r>
              <a:rPr sz="2325" b="1">
                <a:solidFill>
                  <a:srgbClr val="17344F"/>
                </a:solidFill>
                <a:latin typeface="Segoe UI"/>
                <a:ea typeface="Segoe UI"/>
                <a:cs typeface="Segoe UI"/>
              </a:rPr>
              <a:t>Organize</a:t>
            </a:r>
          </a:p>
        </p:txBody>
      </p:sp>
      <p:sp>
        <p:nvSpPr>
          <p:cNvPr id="13" name="step-body-1">
            <a:extLst xmlns:a="http://schemas.openxmlformats.org/drawingml/2006/main">
              <a:ext uri="{FF2B5EF4-FFF2-40B4-BE49-F238E27FC236}">
                <a16:creationId xmlns:a16="http://schemas.microsoft.com/office/drawing/2014/main" id="{C8AA93DC-4089-4C39-8135-99875A6D9BD7}"/>
              </a:ext>
            </a:extLst>
          </p:cNvPr>
          <p:cNvSpPr>
            <a:spLocks xmlns:a="http://schemas.openxmlformats.org/drawingml/2006/main" noGrp="1"/>
          </p:cNvSpPr>
          <p:nvPr/>
        </p:nvSpPr>
        <p:spPr>
          <a:xfrm xmlns:a="http://schemas.openxmlformats.org/drawingml/2006/main">
            <a:off x="3467100" y="4010025"/>
            <a:ext cx="24288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B7D"/>
                </a:solidFill>
                <a:latin typeface="Segoe UI"/>
                <a:ea typeface="Segoe UI"/>
                <a:cs typeface="Segoe UI"/>
              </a:defRPr>
            </a:defPPr>
            <a:lvl1pPr>
              <a:defRPr sz="1800" b="0">
                <a:solidFill>
                  <a:srgbClr val="586B7D"/>
                </a:solidFill>
                <a:latin typeface="Segoe UI"/>
                <a:ea typeface="Segoe UI"/>
                <a:cs typeface="Segoe UI"/>
              </a:defRPr>
            </a:lvl1pPr>
            <a:lvl2pPr>
              <a:defRPr sz="1800" b="0">
                <a:solidFill>
                  <a:srgbClr val="586B7D"/>
                </a:solidFill>
                <a:latin typeface="Segoe UI"/>
                <a:ea typeface="Segoe UI"/>
                <a:cs typeface="Segoe UI"/>
              </a:defRPr>
            </a:lvl2pPr>
            <a:lvl3pPr>
              <a:defRPr sz="1800" b="0">
                <a:solidFill>
                  <a:srgbClr val="586B7D"/>
                </a:solidFill>
                <a:latin typeface="Segoe UI"/>
                <a:ea typeface="Segoe UI"/>
                <a:cs typeface="Segoe UI"/>
              </a:defRPr>
            </a:lvl3pPr>
            <a:lvl4pPr>
              <a:defRPr sz="1800" b="0">
                <a:solidFill>
                  <a:srgbClr val="586B7D"/>
                </a:solidFill>
                <a:latin typeface="Segoe UI"/>
                <a:ea typeface="Segoe UI"/>
                <a:cs typeface="Segoe UI"/>
              </a:defRPr>
            </a:lvl4pPr>
            <a:lvl5pPr>
              <a:defRPr sz="1800" b="0">
                <a:solidFill>
                  <a:srgbClr val="586B7D"/>
                </a:solidFill>
                <a:latin typeface="Segoe UI"/>
                <a:ea typeface="Segoe UI"/>
                <a:cs typeface="Segoe UI"/>
              </a:defRPr>
            </a:lvl5pPr>
            <a:lvl6pPr>
              <a:defRPr sz="1800" b="0">
                <a:solidFill>
                  <a:srgbClr val="586B7D"/>
                </a:solidFill>
                <a:latin typeface="Segoe UI"/>
                <a:ea typeface="Segoe UI"/>
                <a:cs typeface="Segoe UI"/>
              </a:defRPr>
            </a:lvl6pPr>
            <a:lvl7pPr>
              <a:defRPr sz="1800" b="0">
                <a:solidFill>
                  <a:srgbClr val="586B7D"/>
                </a:solidFill>
                <a:latin typeface="Segoe UI"/>
                <a:ea typeface="Segoe UI"/>
                <a:cs typeface="Segoe UI"/>
              </a:defRPr>
            </a:lvl7pPr>
            <a:lvl8pPr>
              <a:defRPr sz="1800" b="0">
                <a:solidFill>
                  <a:srgbClr val="586B7D"/>
                </a:solidFill>
                <a:latin typeface="Segoe UI"/>
                <a:ea typeface="Segoe UI"/>
                <a:cs typeface="Segoe UI"/>
              </a:defRPr>
            </a:lvl8pPr>
            <a:lvl9pPr>
              <a:defRPr sz="1800" b="0">
                <a:solidFill>
                  <a:srgbClr val="586B7D"/>
                </a:solidFill>
                <a:latin typeface="Segoe UI"/>
                <a:ea typeface="Segoe UI"/>
                <a:cs typeface="Segoe UI"/>
              </a:defRPr>
            </a:lvl9pPr>
          </a:lstStyle>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Save the article,</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standardize facts, and</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draft a GPT summary.</a:t>
            </a:r>
          </a:p>
        </p:txBody>
      </p:sp>
      <p:sp>
        <p:nvSpPr>
          <p:cNvPr id="14" name="step-3">
            <a:extLst xmlns:a="http://schemas.openxmlformats.org/drawingml/2006/main">
              <a:ext uri="{FF2B5EF4-FFF2-40B4-BE49-F238E27FC236}">
                <a16:creationId xmlns:a16="http://schemas.microsoft.com/office/drawing/2014/main" id="{297FE6AC-83B9-49EE-BF43-B01CAE8145F2}"/>
              </a:ext>
            </a:extLst>
          </p:cNvPr>
          <p:cNvSpPr>
            <a:spLocks xmlns:a="http://schemas.openxmlformats.org/drawingml/2006/main" noGrp="1"/>
          </p:cNvSpPr>
          <p:nvPr/>
        </p:nvSpPr>
        <p:spPr>
          <a:xfrm xmlns:a="http://schemas.openxmlformats.org/drawingml/2006/main">
            <a:off x="6248400" y="2533650"/>
            <a:ext cx="590550" cy="590550"/>
          </a:xfrm>
          <a:prstGeom xmlns:a="http://schemas.openxmlformats.org/drawingml/2006/main" prst="ellipse">
            <a:avLst/>
          </a:prstGeom>
          <a:solidFill xmlns:a="http://schemas.openxmlformats.org/drawingml/2006/main">
            <a:srgbClr val="EDF3F9"/>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250" b="1">
                <a:solidFill>
                  <a:srgbClr val="2168A8"/>
                </a:solidFill>
                <a:latin typeface="Segoe UI"/>
                <a:ea typeface="Segoe UI"/>
                <a:cs typeface="Segoe UI"/>
              </a:defRPr>
            </a:defPPr>
            <a:lvl1pPr algn="ctr">
              <a:defRPr sz="2250" b="1">
                <a:solidFill>
                  <a:srgbClr val="2168A8"/>
                </a:solidFill>
                <a:latin typeface="Segoe UI"/>
                <a:ea typeface="Segoe UI"/>
                <a:cs typeface="Segoe UI"/>
              </a:defRPr>
            </a:lvl1pPr>
            <a:lvl2pPr algn="ctr">
              <a:defRPr sz="2250" b="1">
                <a:solidFill>
                  <a:srgbClr val="2168A8"/>
                </a:solidFill>
                <a:latin typeface="Segoe UI"/>
                <a:ea typeface="Segoe UI"/>
                <a:cs typeface="Segoe UI"/>
              </a:defRPr>
            </a:lvl2pPr>
            <a:lvl3pPr algn="ctr">
              <a:defRPr sz="2250" b="1">
                <a:solidFill>
                  <a:srgbClr val="2168A8"/>
                </a:solidFill>
                <a:latin typeface="Segoe UI"/>
                <a:ea typeface="Segoe UI"/>
                <a:cs typeface="Segoe UI"/>
              </a:defRPr>
            </a:lvl3pPr>
            <a:lvl4pPr algn="ctr">
              <a:defRPr sz="2250" b="1">
                <a:solidFill>
                  <a:srgbClr val="2168A8"/>
                </a:solidFill>
                <a:latin typeface="Segoe UI"/>
                <a:ea typeface="Segoe UI"/>
                <a:cs typeface="Segoe UI"/>
              </a:defRPr>
            </a:lvl4pPr>
            <a:lvl5pPr algn="ctr">
              <a:defRPr sz="2250" b="1">
                <a:solidFill>
                  <a:srgbClr val="2168A8"/>
                </a:solidFill>
                <a:latin typeface="Segoe UI"/>
                <a:ea typeface="Segoe UI"/>
                <a:cs typeface="Segoe UI"/>
              </a:defRPr>
            </a:lvl5pPr>
            <a:lvl6pPr algn="ctr">
              <a:defRPr sz="2250" b="1">
                <a:solidFill>
                  <a:srgbClr val="2168A8"/>
                </a:solidFill>
                <a:latin typeface="Segoe UI"/>
                <a:ea typeface="Segoe UI"/>
                <a:cs typeface="Segoe UI"/>
              </a:defRPr>
            </a:lvl6pPr>
            <a:lvl7pPr algn="ctr">
              <a:defRPr sz="2250" b="1">
                <a:solidFill>
                  <a:srgbClr val="2168A8"/>
                </a:solidFill>
                <a:latin typeface="Segoe UI"/>
                <a:ea typeface="Segoe UI"/>
                <a:cs typeface="Segoe UI"/>
              </a:defRPr>
            </a:lvl7pPr>
            <a:lvl8pPr algn="ctr">
              <a:defRPr sz="2250" b="1">
                <a:solidFill>
                  <a:srgbClr val="2168A8"/>
                </a:solidFill>
                <a:latin typeface="Segoe UI"/>
                <a:ea typeface="Segoe UI"/>
                <a:cs typeface="Segoe UI"/>
              </a:defRPr>
            </a:lvl8pPr>
            <a:lvl9pPr algn="ctr">
              <a:defRPr sz="2250" b="1">
                <a:solidFill>
                  <a:srgbClr val="2168A8"/>
                </a:solidFill>
                <a:latin typeface="Segoe UI"/>
                <a:ea typeface="Segoe UI"/>
                <a:cs typeface="Segoe UI"/>
              </a:defRPr>
            </a:lvl9pPr>
          </a:lstStyle>
          <a:p xmlns:a="http://schemas.openxmlformats.org/drawingml/2006/main">
            <a:pPr algn="ctr">
              <a:defRPr sz="2250" b="1">
                <a:solidFill>
                  <a:srgbClr val="2168A8"/>
                </a:solidFill>
                <a:latin typeface="Segoe UI"/>
                <a:ea typeface="Segoe UI"/>
                <a:cs typeface="Segoe UI"/>
              </a:defRPr>
            </a:pPr>
            <a:r>
              <a:rPr sz="2250" b="1">
                <a:solidFill>
                  <a:srgbClr val="2168A8"/>
                </a:solidFill>
                <a:latin typeface="Segoe UI"/>
                <a:ea typeface="Segoe UI"/>
                <a:cs typeface="Segoe UI"/>
              </a:rPr>
              <a:t>3</a:t>
            </a:r>
          </a:p>
        </p:txBody>
      </p:sp>
      <p:sp>
        <p:nvSpPr>
          <p:cNvPr id="15" name="step-heading-2">
            <a:extLst xmlns:a="http://schemas.openxmlformats.org/drawingml/2006/main">
              <a:ext uri="{FF2B5EF4-FFF2-40B4-BE49-F238E27FC236}">
                <a16:creationId xmlns:a16="http://schemas.microsoft.com/office/drawing/2014/main" id="{CF862934-1A7F-4EFE-A861-DC4174E5BDB0}"/>
              </a:ext>
            </a:extLst>
          </p:cNvPr>
          <p:cNvSpPr>
            <a:spLocks xmlns:a="http://schemas.openxmlformats.org/drawingml/2006/main" noGrp="1"/>
          </p:cNvSpPr>
          <p:nvPr/>
        </p:nvSpPr>
        <p:spPr>
          <a:xfrm xmlns:a="http://schemas.openxmlformats.org/drawingml/2006/main">
            <a:off x="6248400" y="34099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44F"/>
                </a:solidFill>
                <a:latin typeface="Segoe UI"/>
                <a:ea typeface="Segoe UI"/>
                <a:cs typeface="Segoe UI"/>
              </a:defRPr>
            </a:defPPr>
            <a:lvl1pPr>
              <a:defRPr sz="2325" b="1">
                <a:solidFill>
                  <a:srgbClr val="17344F"/>
                </a:solidFill>
                <a:latin typeface="Segoe UI"/>
                <a:ea typeface="Segoe UI"/>
                <a:cs typeface="Segoe UI"/>
              </a:defRPr>
            </a:lvl1pPr>
            <a:lvl2pPr>
              <a:defRPr sz="2325" b="1">
                <a:solidFill>
                  <a:srgbClr val="17344F"/>
                </a:solidFill>
                <a:latin typeface="Segoe UI"/>
                <a:ea typeface="Segoe UI"/>
                <a:cs typeface="Segoe UI"/>
              </a:defRPr>
            </a:lvl2pPr>
            <a:lvl3pPr>
              <a:defRPr sz="2325" b="1">
                <a:solidFill>
                  <a:srgbClr val="17344F"/>
                </a:solidFill>
                <a:latin typeface="Segoe UI"/>
                <a:ea typeface="Segoe UI"/>
                <a:cs typeface="Segoe UI"/>
              </a:defRPr>
            </a:lvl3pPr>
            <a:lvl4pPr>
              <a:defRPr sz="2325" b="1">
                <a:solidFill>
                  <a:srgbClr val="17344F"/>
                </a:solidFill>
                <a:latin typeface="Segoe UI"/>
                <a:ea typeface="Segoe UI"/>
                <a:cs typeface="Segoe UI"/>
              </a:defRPr>
            </a:lvl4pPr>
            <a:lvl5pPr>
              <a:defRPr sz="2325" b="1">
                <a:solidFill>
                  <a:srgbClr val="17344F"/>
                </a:solidFill>
                <a:latin typeface="Segoe UI"/>
                <a:ea typeface="Segoe UI"/>
                <a:cs typeface="Segoe UI"/>
              </a:defRPr>
            </a:lvl5pPr>
            <a:lvl6pPr>
              <a:defRPr sz="2325" b="1">
                <a:solidFill>
                  <a:srgbClr val="17344F"/>
                </a:solidFill>
                <a:latin typeface="Segoe UI"/>
                <a:ea typeface="Segoe UI"/>
                <a:cs typeface="Segoe UI"/>
              </a:defRPr>
            </a:lvl6pPr>
            <a:lvl7pPr>
              <a:defRPr sz="2325" b="1">
                <a:solidFill>
                  <a:srgbClr val="17344F"/>
                </a:solidFill>
                <a:latin typeface="Segoe UI"/>
                <a:ea typeface="Segoe UI"/>
                <a:cs typeface="Segoe UI"/>
              </a:defRPr>
            </a:lvl7pPr>
            <a:lvl8pPr>
              <a:defRPr sz="2325" b="1">
                <a:solidFill>
                  <a:srgbClr val="17344F"/>
                </a:solidFill>
                <a:latin typeface="Segoe UI"/>
                <a:ea typeface="Segoe UI"/>
                <a:cs typeface="Segoe UI"/>
              </a:defRPr>
            </a:lvl8pPr>
            <a:lvl9pPr>
              <a:defRPr sz="2325" b="1">
                <a:solidFill>
                  <a:srgbClr val="17344F"/>
                </a:solidFill>
                <a:latin typeface="Segoe UI"/>
                <a:ea typeface="Segoe UI"/>
                <a:cs typeface="Segoe UI"/>
              </a:defRPr>
            </a:lvl9pPr>
          </a:lstStyle>
          <a:p xmlns:a="http://schemas.openxmlformats.org/drawingml/2006/main">
            <a:pPr>
              <a:defRPr sz="2325" b="1">
                <a:solidFill>
                  <a:srgbClr val="17344F"/>
                </a:solidFill>
                <a:latin typeface="Segoe UI"/>
                <a:ea typeface="Segoe UI"/>
                <a:cs typeface="Segoe UI"/>
              </a:defRPr>
            </a:pPr>
            <a:r>
              <a:rPr sz="2325" b="1">
                <a:solidFill>
                  <a:srgbClr val="17344F"/>
                </a:solidFill>
                <a:latin typeface="Segoe UI"/>
                <a:ea typeface="Segoe UI"/>
                <a:cs typeface="Segoe UI"/>
              </a:rPr>
              <a:t>Review</a:t>
            </a:r>
          </a:p>
        </p:txBody>
      </p:sp>
      <p:sp>
        <p:nvSpPr>
          <p:cNvPr id="16" name="step-body-2">
            <a:extLst xmlns:a="http://schemas.openxmlformats.org/drawingml/2006/main">
              <a:ext uri="{FF2B5EF4-FFF2-40B4-BE49-F238E27FC236}">
                <a16:creationId xmlns:a16="http://schemas.microsoft.com/office/drawing/2014/main" id="{24CF8F0E-C439-4E08-BE71-159105D8C5A9}"/>
              </a:ext>
            </a:extLst>
          </p:cNvPr>
          <p:cNvSpPr>
            <a:spLocks xmlns:a="http://schemas.openxmlformats.org/drawingml/2006/main" noGrp="1"/>
          </p:cNvSpPr>
          <p:nvPr/>
        </p:nvSpPr>
        <p:spPr>
          <a:xfrm xmlns:a="http://schemas.openxmlformats.org/drawingml/2006/main">
            <a:off x="6248400" y="4010025"/>
            <a:ext cx="24288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B7D"/>
                </a:solidFill>
                <a:latin typeface="Segoe UI"/>
                <a:ea typeface="Segoe UI"/>
                <a:cs typeface="Segoe UI"/>
              </a:defRPr>
            </a:defPPr>
            <a:lvl1pPr>
              <a:defRPr sz="1800" b="0">
                <a:solidFill>
                  <a:srgbClr val="586B7D"/>
                </a:solidFill>
                <a:latin typeface="Segoe UI"/>
                <a:ea typeface="Segoe UI"/>
                <a:cs typeface="Segoe UI"/>
              </a:defRPr>
            </a:lvl1pPr>
            <a:lvl2pPr>
              <a:defRPr sz="1800" b="0">
                <a:solidFill>
                  <a:srgbClr val="586B7D"/>
                </a:solidFill>
                <a:latin typeface="Segoe UI"/>
                <a:ea typeface="Segoe UI"/>
                <a:cs typeface="Segoe UI"/>
              </a:defRPr>
            </a:lvl2pPr>
            <a:lvl3pPr>
              <a:defRPr sz="1800" b="0">
                <a:solidFill>
                  <a:srgbClr val="586B7D"/>
                </a:solidFill>
                <a:latin typeface="Segoe UI"/>
                <a:ea typeface="Segoe UI"/>
                <a:cs typeface="Segoe UI"/>
              </a:defRPr>
            </a:lvl3pPr>
            <a:lvl4pPr>
              <a:defRPr sz="1800" b="0">
                <a:solidFill>
                  <a:srgbClr val="586B7D"/>
                </a:solidFill>
                <a:latin typeface="Segoe UI"/>
                <a:ea typeface="Segoe UI"/>
                <a:cs typeface="Segoe UI"/>
              </a:defRPr>
            </a:lvl4pPr>
            <a:lvl5pPr>
              <a:defRPr sz="1800" b="0">
                <a:solidFill>
                  <a:srgbClr val="586B7D"/>
                </a:solidFill>
                <a:latin typeface="Segoe UI"/>
                <a:ea typeface="Segoe UI"/>
                <a:cs typeface="Segoe UI"/>
              </a:defRPr>
            </a:lvl5pPr>
            <a:lvl6pPr>
              <a:defRPr sz="1800" b="0">
                <a:solidFill>
                  <a:srgbClr val="586B7D"/>
                </a:solidFill>
                <a:latin typeface="Segoe UI"/>
                <a:ea typeface="Segoe UI"/>
                <a:cs typeface="Segoe UI"/>
              </a:defRPr>
            </a:lvl6pPr>
            <a:lvl7pPr>
              <a:defRPr sz="1800" b="0">
                <a:solidFill>
                  <a:srgbClr val="586B7D"/>
                </a:solidFill>
                <a:latin typeface="Segoe UI"/>
                <a:ea typeface="Segoe UI"/>
                <a:cs typeface="Segoe UI"/>
              </a:defRPr>
            </a:lvl7pPr>
            <a:lvl8pPr>
              <a:defRPr sz="1800" b="0">
                <a:solidFill>
                  <a:srgbClr val="586B7D"/>
                </a:solidFill>
                <a:latin typeface="Segoe UI"/>
                <a:ea typeface="Segoe UI"/>
                <a:cs typeface="Segoe UI"/>
              </a:defRPr>
            </a:lvl8pPr>
            <a:lvl9pPr>
              <a:defRPr sz="1800" b="0">
                <a:solidFill>
                  <a:srgbClr val="586B7D"/>
                </a:solidFill>
                <a:latin typeface="Segoe UI"/>
                <a:ea typeface="Segoe UI"/>
                <a:cs typeface="Segoe UI"/>
              </a:defRPr>
            </a:lvl9pPr>
          </a:lstStyle>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Check the evidence.</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Correct facts, then</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approve or reject.</a:t>
            </a:r>
          </a:p>
        </p:txBody>
      </p:sp>
      <p:sp>
        <p:nvSpPr>
          <p:cNvPr id="17" name="step-4">
            <a:extLst xmlns:a="http://schemas.openxmlformats.org/drawingml/2006/main">
              <a:ext uri="{FF2B5EF4-FFF2-40B4-BE49-F238E27FC236}">
                <a16:creationId xmlns:a16="http://schemas.microsoft.com/office/drawing/2014/main" id="{C75EDFD1-A01D-4E2F-9FB1-2AC82F775EA7}"/>
              </a:ext>
            </a:extLst>
          </p:cNvPr>
          <p:cNvSpPr>
            <a:spLocks xmlns:a="http://schemas.openxmlformats.org/drawingml/2006/main" noGrp="1"/>
          </p:cNvSpPr>
          <p:nvPr/>
        </p:nvSpPr>
        <p:spPr>
          <a:xfrm xmlns:a="http://schemas.openxmlformats.org/drawingml/2006/main">
            <a:off x="9029700" y="2533650"/>
            <a:ext cx="590550" cy="590550"/>
          </a:xfrm>
          <a:prstGeom xmlns:a="http://schemas.openxmlformats.org/drawingml/2006/main" prst="ellipse">
            <a:avLst/>
          </a:prstGeom>
          <a:solidFill xmlns:a="http://schemas.openxmlformats.org/drawingml/2006/main">
            <a:srgbClr val="EDF3F9"/>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250" b="1">
                <a:solidFill>
                  <a:srgbClr val="2168A8"/>
                </a:solidFill>
                <a:latin typeface="Segoe UI"/>
                <a:ea typeface="Segoe UI"/>
                <a:cs typeface="Segoe UI"/>
              </a:defRPr>
            </a:defPPr>
            <a:lvl1pPr algn="ctr">
              <a:defRPr sz="2250" b="1">
                <a:solidFill>
                  <a:srgbClr val="2168A8"/>
                </a:solidFill>
                <a:latin typeface="Segoe UI"/>
                <a:ea typeface="Segoe UI"/>
                <a:cs typeface="Segoe UI"/>
              </a:defRPr>
            </a:lvl1pPr>
            <a:lvl2pPr algn="ctr">
              <a:defRPr sz="2250" b="1">
                <a:solidFill>
                  <a:srgbClr val="2168A8"/>
                </a:solidFill>
                <a:latin typeface="Segoe UI"/>
                <a:ea typeface="Segoe UI"/>
                <a:cs typeface="Segoe UI"/>
              </a:defRPr>
            </a:lvl2pPr>
            <a:lvl3pPr algn="ctr">
              <a:defRPr sz="2250" b="1">
                <a:solidFill>
                  <a:srgbClr val="2168A8"/>
                </a:solidFill>
                <a:latin typeface="Segoe UI"/>
                <a:ea typeface="Segoe UI"/>
                <a:cs typeface="Segoe UI"/>
              </a:defRPr>
            </a:lvl3pPr>
            <a:lvl4pPr algn="ctr">
              <a:defRPr sz="2250" b="1">
                <a:solidFill>
                  <a:srgbClr val="2168A8"/>
                </a:solidFill>
                <a:latin typeface="Segoe UI"/>
                <a:ea typeface="Segoe UI"/>
                <a:cs typeface="Segoe UI"/>
              </a:defRPr>
            </a:lvl4pPr>
            <a:lvl5pPr algn="ctr">
              <a:defRPr sz="2250" b="1">
                <a:solidFill>
                  <a:srgbClr val="2168A8"/>
                </a:solidFill>
                <a:latin typeface="Segoe UI"/>
                <a:ea typeface="Segoe UI"/>
                <a:cs typeface="Segoe UI"/>
              </a:defRPr>
            </a:lvl5pPr>
            <a:lvl6pPr algn="ctr">
              <a:defRPr sz="2250" b="1">
                <a:solidFill>
                  <a:srgbClr val="2168A8"/>
                </a:solidFill>
                <a:latin typeface="Segoe UI"/>
                <a:ea typeface="Segoe UI"/>
                <a:cs typeface="Segoe UI"/>
              </a:defRPr>
            </a:lvl6pPr>
            <a:lvl7pPr algn="ctr">
              <a:defRPr sz="2250" b="1">
                <a:solidFill>
                  <a:srgbClr val="2168A8"/>
                </a:solidFill>
                <a:latin typeface="Segoe UI"/>
                <a:ea typeface="Segoe UI"/>
                <a:cs typeface="Segoe UI"/>
              </a:defRPr>
            </a:lvl7pPr>
            <a:lvl8pPr algn="ctr">
              <a:defRPr sz="2250" b="1">
                <a:solidFill>
                  <a:srgbClr val="2168A8"/>
                </a:solidFill>
                <a:latin typeface="Segoe UI"/>
                <a:ea typeface="Segoe UI"/>
                <a:cs typeface="Segoe UI"/>
              </a:defRPr>
            </a:lvl8pPr>
            <a:lvl9pPr algn="ctr">
              <a:defRPr sz="2250" b="1">
                <a:solidFill>
                  <a:srgbClr val="2168A8"/>
                </a:solidFill>
                <a:latin typeface="Segoe UI"/>
                <a:ea typeface="Segoe UI"/>
                <a:cs typeface="Segoe UI"/>
              </a:defRPr>
            </a:lvl9pPr>
          </a:lstStyle>
          <a:p xmlns:a="http://schemas.openxmlformats.org/drawingml/2006/main">
            <a:pPr algn="ctr">
              <a:defRPr sz="2250" b="1">
                <a:solidFill>
                  <a:srgbClr val="2168A8"/>
                </a:solidFill>
                <a:latin typeface="Segoe UI"/>
                <a:ea typeface="Segoe UI"/>
                <a:cs typeface="Segoe UI"/>
              </a:defRPr>
            </a:pPr>
            <a:r>
              <a:rPr sz="2250" b="1">
                <a:solidFill>
                  <a:srgbClr val="2168A8"/>
                </a:solidFill>
                <a:latin typeface="Segoe UI"/>
                <a:ea typeface="Segoe UI"/>
                <a:cs typeface="Segoe UI"/>
              </a:rPr>
              <a:t>4</a:t>
            </a:r>
          </a:p>
        </p:txBody>
      </p:sp>
      <p:sp>
        <p:nvSpPr>
          <p:cNvPr id="18" name="step-heading-3">
            <a:extLst xmlns:a="http://schemas.openxmlformats.org/drawingml/2006/main">
              <a:ext uri="{FF2B5EF4-FFF2-40B4-BE49-F238E27FC236}">
                <a16:creationId xmlns:a16="http://schemas.microsoft.com/office/drawing/2014/main" id="{0ED30C69-FB33-48E5-B9D6-8F5CC8B73053}"/>
              </a:ext>
            </a:extLst>
          </p:cNvPr>
          <p:cNvSpPr>
            <a:spLocks xmlns:a="http://schemas.openxmlformats.org/drawingml/2006/main" noGrp="1"/>
          </p:cNvSpPr>
          <p:nvPr/>
        </p:nvSpPr>
        <p:spPr>
          <a:xfrm xmlns:a="http://schemas.openxmlformats.org/drawingml/2006/main">
            <a:off x="9029700" y="34099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44F"/>
                </a:solidFill>
                <a:latin typeface="Segoe UI"/>
                <a:ea typeface="Segoe UI"/>
                <a:cs typeface="Segoe UI"/>
              </a:defRPr>
            </a:defPPr>
            <a:lvl1pPr>
              <a:defRPr sz="2325" b="1">
                <a:solidFill>
                  <a:srgbClr val="17344F"/>
                </a:solidFill>
                <a:latin typeface="Segoe UI"/>
                <a:ea typeface="Segoe UI"/>
                <a:cs typeface="Segoe UI"/>
              </a:defRPr>
            </a:lvl1pPr>
            <a:lvl2pPr>
              <a:defRPr sz="2325" b="1">
                <a:solidFill>
                  <a:srgbClr val="17344F"/>
                </a:solidFill>
                <a:latin typeface="Segoe UI"/>
                <a:ea typeface="Segoe UI"/>
                <a:cs typeface="Segoe UI"/>
              </a:defRPr>
            </a:lvl2pPr>
            <a:lvl3pPr>
              <a:defRPr sz="2325" b="1">
                <a:solidFill>
                  <a:srgbClr val="17344F"/>
                </a:solidFill>
                <a:latin typeface="Segoe UI"/>
                <a:ea typeface="Segoe UI"/>
                <a:cs typeface="Segoe UI"/>
              </a:defRPr>
            </a:lvl3pPr>
            <a:lvl4pPr>
              <a:defRPr sz="2325" b="1">
                <a:solidFill>
                  <a:srgbClr val="17344F"/>
                </a:solidFill>
                <a:latin typeface="Segoe UI"/>
                <a:ea typeface="Segoe UI"/>
                <a:cs typeface="Segoe UI"/>
              </a:defRPr>
            </a:lvl4pPr>
            <a:lvl5pPr>
              <a:defRPr sz="2325" b="1">
                <a:solidFill>
                  <a:srgbClr val="17344F"/>
                </a:solidFill>
                <a:latin typeface="Segoe UI"/>
                <a:ea typeface="Segoe UI"/>
                <a:cs typeface="Segoe UI"/>
              </a:defRPr>
            </a:lvl5pPr>
            <a:lvl6pPr>
              <a:defRPr sz="2325" b="1">
                <a:solidFill>
                  <a:srgbClr val="17344F"/>
                </a:solidFill>
                <a:latin typeface="Segoe UI"/>
                <a:ea typeface="Segoe UI"/>
                <a:cs typeface="Segoe UI"/>
              </a:defRPr>
            </a:lvl6pPr>
            <a:lvl7pPr>
              <a:defRPr sz="2325" b="1">
                <a:solidFill>
                  <a:srgbClr val="17344F"/>
                </a:solidFill>
                <a:latin typeface="Segoe UI"/>
                <a:ea typeface="Segoe UI"/>
                <a:cs typeface="Segoe UI"/>
              </a:defRPr>
            </a:lvl7pPr>
            <a:lvl8pPr>
              <a:defRPr sz="2325" b="1">
                <a:solidFill>
                  <a:srgbClr val="17344F"/>
                </a:solidFill>
                <a:latin typeface="Segoe UI"/>
                <a:ea typeface="Segoe UI"/>
                <a:cs typeface="Segoe UI"/>
              </a:defRPr>
            </a:lvl8pPr>
            <a:lvl9pPr>
              <a:defRPr sz="2325" b="1">
                <a:solidFill>
                  <a:srgbClr val="17344F"/>
                </a:solidFill>
                <a:latin typeface="Segoe UI"/>
                <a:ea typeface="Segoe UI"/>
                <a:cs typeface="Segoe UI"/>
              </a:defRPr>
            </a:lvl9pPr>
          </a:lstStyle>
          <a:p xmlns:a="http://schemas.openxmlformats.org/drawingml/2006/main">
            <a:pPr>
              <a:defRPr sz="2325" b="1">
                <a:solidFill>
                  <a:srgbClr val="17344F"/>
                </a:solidFill>
                <a:latin typeface="Segoe UI"/>
                <a:ea typeface="Segoe UI"/>
                <a:cs typeface="Segoe UI"/>
              </a:defRPr>
            </a:pPr>
            <a:r>
              <a:rPr sz="2325" b="1">
                <a:solidFill>
                  <a:srgbClr val="17344F"/>
                </a:solidFill>
                <a:latin typeface="Segoe UI"/>
                <a:ea typeface="Segoe UI"/>
                <a:cs typeface="Segoe UI"/>
              </a:rPr>
              <a:t>Prioritize</a:t>
            </a:r>
          </a:p>
        </p:txBody>
      </p:sp>
      <p:sp>
        <p:nvSpPr>
          <p:cNvPr id="19" name="step-body-3">
            <a:extLst xmlns:a="http://schemas.openxmlformats.org/drawingml/2006/main">
              <a:ext uri="{FF2B5EF4-FFF2-40B4-BE49-F238E27FC236}">
                <a16:creationId xmlns:a16="http://schemas.microsoft.com/office/drawing/2014/main" id="{A8D6DD13-6D40-4F93-92F1-F6C74926880D}"/>
              </a:ext>
            </a:extLst>
          </p:cNvPr>
          <p:cNvSpPr>
            <a:spLocks xmlns:a="http://schemas.openxmlformats.org/drawingml/2006/main" noGrp="1"/>
          </p:cNvSpPr>
          <p:nvPr/>
        </p:nvSpPr>
        <p:spPr>
          <a:xfrm xmlns:a="http://schemas.openxmlformats.org/drawingml/2006/main">
            <a:off x="9029700" y="4010025"/>
            <a:ext cx="24288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B7D"/>
                </a:solidFill>
                <a:latin typeface="Segoe UI"/>
                <a:ea typeface="Segoe UI"/>
                <a:cs typeface="Segoe UI"/>
              </a:defRPr>
            </a:defPPr>
            <a:lvl1pPr>
              <a:defRPr sz="1800" b="0">
                <a:solidFill>
                  <a:srgbClr val="586B7D"/>
                </a:solidFill>
                <a:latin typeface="Segoe UI"/>
                <a:ea typeface="Segoe UI"/>
                <a:cs typeface="Segoe UI"/>
              </a:defRPr>
            </a:lvl1pPr>
            <a:lvl2pPr>
              <a:defRPr sz="1800" b="0">
                <a:solidFill>
                  <a:srgbClr val="586B7D"/>
                </a:solidFill>
                <a:latin typeface="Segoe UI"/>
                <a:ea typeface="Segoe UI"/>
                <a:cs typeface="Segoe UI"/>
              </a:defRPr>
            </a:lvl2pPr>
            <a:lvl3pPr>
              <a:defRPr sz="1800" b="0">
                <a:solidFill>
                  <a:srgbClr val="586B7D"/>
                </a:solidFill>
                <a:latin typeface="Segoe UI"/>
                <a:ea typeface="Segoe UI"/>
                <a:cs typeface="Segoe UI"/>
              </a:defRPr>
            </a:lvl3pPr>
            <a:lvl4pPr>
              <a:defRPr sz="1800" b="0">
                <a:solidFill>
                  <a:srgbClr val="586B7D"/>
                </a:solidFill>
                <a:latin typeface="Segoe UI"/>
                <a:ea typeface="Segoe UI"/>
                <a:cs typeface="Segoe UI"/>
              </a:defRPr>
            </a:lvl4pPr>
            <a:lvl5pPr>
              <a:defRPr sz="1800" b="0">
                <a:solidFill>
                  <a:srgbClr val="586B7D"/>
                </a:solidFill>
                <a:latin typeface="Segoe UI"/>
                <a:ea typeface="Segoe UI"/>
                <a:cs typeface="Segoe UI"/>
              </a:defRPr>
            </a:lvl5pPr>
            <a:lvl6pPr>
              <a:defRPr sz="1800" b="0">
                <a:solidFill>
                  <a:srgbClr val="586B7D"/>
                </a:solidFill>
                <a:latin typeface="Segoe UI"/>
                <a:ea typeface="Segoe UI"/>
                <a:cs typeface="Segoe UI"/>
              </a:defRPr>
            </a:lvl6pPr>
            <a:lvl7pPr>
              <a:defRPr sz="1800" b="0">
                <a:solidFill>
                  <a:srgbClr val="586B7D"/>
                </a:solidFill>
                <a:latin typeface="Segoe UI"/>
                <a:ea typeface="Segoe UI"/>
                <a:cs typeface="Segoe UI"/>
              </a:defRPr>
            </a:lvl7pPr>
            <a:lvl8pPr>
              <a:defRPr sz="1800" b="0">
                <a:solidFill>
                  <a:srgbClr val="586B7D"/>
                </a:solidFill>
                <a:latin typeface="Segoe UI"/>
                <a:ea typeface="Segoe UI"/>
                <a:cs typeface="Segoe UI"/>
              </a:defRPr>
            </a:lvl8pPr>
            <a:lvl9pPr>
              <a:defRPr sz="1800" b="0">
                <a:solidFill>
                  <a:srgbClr val="586B7D"/>
                </a:solidFill>
                <a:latin typeface="Segoe UI"/>
                <a:ea typeface="Segoe UI"/>
                <a:cs typeface="Segoe UI"/>
              </a:defRPr>
            </a:lvl9pPr>
          </a:lstStyle>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Rank approved updates</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and suggest a sales</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follow-up.</a:t>
            </a:r>
          </a:p>
        </p:txBody>
      </p:sp>
      <p:sp>
        <p:nvSpPr>
          <p:cNvPr id="20" name="expanded-view">
            <a:extLst xmlns:a="http://schemas.openxmlformats.org/drawingml/2006/main">
              <a:ext uri="{FF2B5EF4-FFF2-40B4-BE49-F238E27FC236}">
                <a16:creationId xmlns:a16="http://schemas.microsoft.com/office/drawing/2014/main" id="{33CD9566-246A-4DD5-A5CF-56A27DC99588}"/>
              </a:ext>
            </a:extLst>
          </p:cNvPr>
          <p:cNvSpPr>
            <a:spLocks xmlns:a="http://schemas.openxmlformats.org/drawingml/2006/main" noGrp="1"/>
          </p:cNvSpPr>
          <p:nvPr/>
        </p:nvSpPr>
        <p:spPr>
          <a:xfrm xmlns:a="http://schemas.openxmlformats.org/drawingml/2006/main">
            <a:off x="685800" y="58102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213547"/>
                </a:solidFill>
                <a:latin typeface="Segoe UI"/>
                <a:ea typeface="Segoe UI"/>
                <a:cs typeface="Segoe UI"/>
              </a:defRPr>
            </a:defPPr>
            <a:lvl1pPr>
              <a:defRPr sz="1800" b="0">
                <a:solidFill>
                  <a:srgbClr val="213547"/>
                </a:solidFill>
                <a:latin typeface="Segoe UI"/>
                <a:ea typeface="Segoe UI"/>
                <a:cs typeface="Segoe UI"/>
              </a:defRPr>
            </a:lvl1pPr>
            <a:lvl2pPr>
              <a:defRPr sz="1800" b="0">
                <a:solidFill>
                  <a:srgbClr val="213547"/>
                </a:solidFill>
                <a:latin typeface="Segoe UI"/>
                <a:ea typeface="Segoe UI"/>
                <a:cs typeface="Segoe UI"/>
              </a:defRPr>
            </a:lvl2pPr>
            <a:lvl3pPr>
              <a:defRPr sz="1800" b="0">
                <a:solidFill>
                  <a:srgbClr val="213547"/>
                </a:solidFill>
                <a:latin typeface="Segoe UI"/>
                <a:ea typeface="Segoe UI"/>
                <a:cs typeface="Segoe UI"/>
              </a:defRPr>
            </a:lvl3pPr>
            <a:lvl4pPr>
              <a:defRPr sz="1800" b="0">
                <a:solidFill>
                  <a:srgbClr val="213547"/>
                </a:solidFill>
                <a:latin typeface="Segoe UI"/>
                <a:ea typeface="Segoe UI"/>
                <a:cs typeface="Segoe UI"/>
              </a:defRPr>
            </a:lvl4pPr>
            <a:lvl5pPr>
              <a:defRPr sz="1800" b="0">
                <a:solidFill>
                  <a:srgbClr val="213547"/>
                </a:solidFill>
                <a:latin typeface="Segoe UI"/>
                <a:ea typeface="Segoe UI"/>
                <a:cs typeface="Segoe UI"/>
              </a:defRPr>
            </a:lvl5pPr>
            <a:lvl6pPr>
              <a:defRPr sz="1800" b="0">
                <a:solidFill>
                  <a:srgbClr val="213547"/>
                </a:solidFill>
                <a:latin typeface="Segoe UI"/>
                <a:ea typeface="Segoe UI"/>
                <a:cs typeface="Segoe UI"/>
              </a:defRPr>
            </a:lvl6pPr>
            <a:lvl7pPr>
              <a:defRPr sz="1800" b="0">
                <a:solidFill>
                  <a:srgbClr val="213547"/>
                </a:solidFill>
                <a:latin typeface="Segoe UI"/>
                <a:ea typeface="Segoe UI"/>
                <a:cs typeface="Segoe UI"/>
              </a:defRPr>
            </a:lvl7pPr>
            <a:lvl8pPr>
              <a:defRPr sz="1800" b="0">
                <a:solidFill>
                  <a:srgbClr val="213547"/>
                </a:solidFill>
                <a:latin typeface="Segoe UI"/>
                <a:ea typeface="Segoe UI"/>
                <a:cs typeface="Segoe UI"/>
              </a:defRPr>
            </a:lvl8pPr>
            <a:lvl9pPr>
              <a:defRPr sz="1800" b="0">
                <a:solidFill>
                  <a:srgbClr val="213547"/>
                </a:solidFill>
                <a:latin typeface="Segoe UI"/>
                <a:ea typeface="Segoe UI"/>
                <a:cs typeface="Segoe UI"/>
              </a:defRPr>
            </a:lvl9pPr>
          </a:lstStyle>
          <a:p xmlns:a="http://schemas.openxmlformats.org/drawingml/2006/main">
            <a:pPr>
              <a:defRPr sz="1800" b="0">
                <a:solidFill>
                  <a:srgbClr val="213547"/>
                </a:solidFill>
                <a:latin typeface="Segoe UI"/>
                <a:ea typeface="Segoe UI"/>
                <a:cs typeface="Segoe UI"/>
              </a:defRPr>
            </a:pPr>
            <a:r>
              <a:rPr sz="1800" b="0">
                <a:solidFill>
                  <a:srgbClr val="213547"/>
                </a:solidFill>
                <a:latin typeface="Segoe UI"/>
                <a:ea typeface="Segoe UI"/>
                <a:cs typeface="Segoe UI"/>
              </a:rPr>
              <a:t>The dashboard shows the top actions. Expand an item to see its source and context.</a:t>
            </a:r>
          </a:p>
        </p:txBody>
      </p:sp>
    </p:spTree>
    <p:extLst>
      <p:ext uri="{BB962C8B-B14F-4D97-AF65-F5344CB8AC3E}">
        <p14:creationId xmlns:p14="http://schemas.microsoft.com/office/powerpoint/2010/main" val="9029634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EA8C8EA-6C75-4C9F-A8EF-224E33847AE3}"/>
              </a:ext>
            </a:extLst>
          </p:cNvPr>
          <p:cNvSpPr>
            <a:spLocks xmlns:a="http://schemas.openxmlformats.org/drawingml/2006/main" noGrp="1"/>
          </p:cNvSpPr>
          <p:nvPr/>
        </p:nvSpPr>
        <p:spPr>
          <a:xfrm xmlns:a="http://schemas.openxmlformats.org/drawingml/2006/main">
            <a:off x="685800" y="6191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44F"/>
                </a:solidFill>
                <a:latin typeface="Segoe UI"/>
                <a:ea typeface="Segoe UI"/>
                <a:cs typeface="Segoe UI"/>
              </a:defRPr>
            </a:defPPr>
            <a:lvl1pPr>
              <a:defRPr sz="3450" b="1">
                <a:solidFill>
                  <a:srgbClr val="17344F"/>
                </a:solidFill>
                <a:latin typeface="Segoe UI"/>
                <a:ea typeface="Segoe UI"/>
                <a:cs typeface="Segoe UI"/>
              </a:defRPr>
            </a:lvl1pPr>
            <a:lvl2pPr>
              <a:defRPr sz="3450" b="1">
                <a:solidFill>
                  <a:srgbClr val="17344F"/>
                </a:solidFill>
                <a:latin typeface="Segoe UI"/>
                <a:ea typeface="Segoe UI"/>
                <a:cs typeface="Segoe UI"/>
              </a:defRPr>
            </a:lvl2pPr>
            <a:lvl3pPr>
              <a:defRPr sz="3450" b="1">
                <a:solidFill>
                  <a:srgbClr val="17344F"/>
                </a:solidFill>
                <a:latin typeface="Segoe UI"/>
                <a:ea typeface="Segoe UI"/>
                <a:cs typeface="Segoe UI"/>
              </a:defRPr>
            </a:lvl3pPr>
            <a:lvl4pPr>
              <a:defRPr sz="3450" b="1">
                <a:solidFill>
                  <a:srgbClr val="17344F"/>
                </a:solidFill>
                <a:latin typeface="Segoe UI"/>
                <a:ea typeface="Segoe UI"/>
                <a:cs typeface="Segoe UI"/>
              </a:defRPr>
            </a:lvl4pPr>
            <a:lvl5pPr>
              <a:defRPr sz="3450" b="1">
                <a:solidFill>
                  <a:srgbClr val="17344F"/>
                </a:solidFill>
                <a:latin typeface="Segoe UI"/>
                <a:ea typeface="Segoe UI"/>
                <a:cs typeface="Segoe UI"/>
              </a:defRPr>
            </a:lvl5pPr>
            <a:lvl6pPr>
              <a:defRPr sz="3450" b="1">
                <a:solidFill>
                  <a:srgbClr val="17344F"/>
                </a:solidFill>
                <a:latin typeface="Segoe UI"/>
                <a:ea typeface="Segoe UI"/>
                <a:cs typeface="Segoe UI"/>
              </a:defRPr>
            </a:lvl6pPr>
            <a:lvl7pPr>
              <a:defRPr sz="3450" b="1">
                <a:solidFill>
                  <a:srgbClr val="17344F"/>
                </a:solidFill>
                <a:latin typeface="Segoe UI"/>
                <a:ea typeface="Segoe UI"/>
                <a:cs typeface="Segoe UI"/>
              </a:defRPr>
            </a:lvl7pPr>
            <a:lvl8pPr>
              <a:defRPr sz="3450" b="1">
                <a:solidFill>
                  <a:srgbClr val="17344F"/>
                </a:solidFill>
                <a:latin typeface="Segoe UI"/>
                <a:ea typeface="Segoe UI"/>
                <a:cs typeface="Segoe UI"/>
              </a:defRPr>
            </a:lvl8pPr>
            <a:lvl9pPr>
              <a:defRPr sz="3450" b="1">
                <a:solidFill>
                  <a:srgbClr val="17344F"/>
                </a:solidFill>
                <a:latin typeface="Segoe UI"/>
                <a:ea typeface="Segoe UI"/>
                <a:cs typeface="Segoe UI"/>
              </a:defRPr>
            </a:lvl9pPr>
          </a:lstStyle>
          <a:p xmlns:a="http://schemas.openxmlformats.org/drawingml/2006/main">
            <a:pPr>
              <a:defRPr sz="3450" b="1">
                <a:solidFill>
                  <a:srgbClr val="17344F"/>
                </a:solidFill>
                <a:latin typeface="Segoe UI"/>
                <a:ea typeface="Segoe UI"/>
                <a:cs typeface="Segoe UI"/>
              </a:defRPr>
            </a:pPr>
            <a:r>
              <a:rPr sz="3450" b="1">
                <a:solidFill>
                  <a:srgbClr val="17344F"/>
                </a:solidFill>
                <a:latin typeface="Segoe UI"/>
                <a:ea typeface="Segoe UI"/>
                <a:cs typeface="Segoe UI"/>
              </a:rPr>
              <a:t>Review and ranking today</a:t>
            </a:r>
          </a:p>
        </p:txBody>
      </p:sp>
      <p:sp>
        <p:nvSpPr>
          <p:cNvPr id="3" name="subtitle">
            <a:extLst xmlns:a="http://schemas.openxmlformats.org/drawingml/2006/main">
              <a:ext uri="{FF2B5EF4-FFF2-40B4-BE49-F238E27FC236}">
                <a16:creationId xmlns:a16="http://schemas.microsoft.com/office/drawing/2014/main" id="{319AF8B5-5D7C-4CB0-B0EE-9673C94654E6}"/>
              </a:ext>
            </a:extLst>
          </p:cNvPr>
          <p:cNvSpPr>
            <a:spLocks xmlns:a="http://schemas.openxmlformats.org/drawingml/2006/main" noGrp="1"/>
          </p:cNvSpPr>
          <p:nvPr/>
        </p:nvSpPr>
        <p:spPr>
          <a:xfrm xmlns:a="http://schemas.openxmlformats.org/drawingml/2006/main">
            <a:off x="704850" y="14097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B7D"/>
                </a:solidFill>
                <a:latin typeface="Segoe UI"/>
                <a:ea typeface="Segoe UI"/>
                <a:cs typeface="Segoe UI"/>
              </a:defRPr>
            </a:defPPr>
            <a:lvl1pPr>
              <a:defRPr sz="1875" b="0">
                <a:solidFill>
                  <a:srgbClr val="586B7D"/>
                </a:solidFill>
                <a:latin typeface="Segoe UI"/>
                <a:ea typeface="Segoe UI"/>
                <a:cs typeface="Segoe UI"/>
              </a:defRPr>
            </a:lvl1pPr>
            <a:lvl2pPr>
              <a:defRPr sz="1875" b="0">
                <a:solidFill>
                  <a:srgbClr val="586B7D"/>
                </a:solidFill>
                <a:latin typeface="Segoe UI"/>
                <a:ea typeface="Segoe UI"/>
                <a:cs typeface="Segoe UI"/>
              </a:defRPr>
            </a:lvl2pPr>
            <a:lvl3pPr>
              <a:defRPr sz="1875" b="0">
                <a:solidFill>
                  <a:srgbClr val="586B7D"/>
                </a:solidFill>
                <a:latin typeface="Segoe UI"/>
                <a:ea typeface="Segoe UI"/>
                <a:cs typeface="Segoe UI"/>
              </a:defRPr>
            </a:lvl3pPr>
            <a:lvl4pPr>
              <a:defRPr sz="1875" b="0">
                <a:solidFill>
                  <a:srgbClr val="586B7D"/>
                </a:solidFill>
                <a:latin typeface="Segoe UI"/>
                <a:ea typeface="Segoe UI"/>
                <a:cs typeface="Segoe UI"/>
              </a:defRPr>
            </a:lvl4pPr>
            <a:lvl5pPr>
              <a:defRPr sz="1875" b="0">
                <a:solidFill>
                  <a:srgbClr val="586B7D"/>
                </a:solidFill>
                <a:latin typeface="Segoe UI"/>
                <a:ea typeface="Segoe UI"/>
                <a:cs typeface="Segoe UI"/>
              </a:defRPr>
            </a:lvl5pPr>
            <a:lvl6pPr>
              <a:defRPr sz="1875" b="0">
                <a:solidFill>
                  <a:srgbClr val="586B7D"/>
                </a:solidFill>
                <a:latin typeface="Segoe UI"/>
                <a:ea typeface="Segoe UI"/>
                <a:cs typeface="Segoe UI"/>
              </a:defRPr>
            </a:lvl6pPr>
            <a:lvl7pPr>
              <a:defRPr sz="1875" b="0">
                <a:solidFill>
                  <a:srgbClr val="586B7D"/>
                </a:solidFill>
                <a:latin typeface="Segoe UI"/>
                <a:ea typeface="Segoe UI"/>
                <a:cs typeface="Segoe UI"/>
              </a:defRPr>
            </a:lvl7pPr>
            <a:lvl8pPr>
              <a:defRPr sz="1875" b="0">
                <a:solidFill>
                  <a:srgbClr val="586B7D"/>
                </a:solidFill>
                <a:latin typeface="Segoe UI"/>
                <a:ea typeface="Segoe UI"/>
                <a:cs typeface="Segoe UI"/>
              </a:defRPr>
            </a:lvl8pPr>
            <a:lvl9pPr>
              <a:defRPr sz="1875" b="0">
                <a:solidFill>
                  <a:srgbClr val="586B7D"/>
                </a:solidFill>
                <a:latin typeface="Segoe UI"/>
                <a:ea typeface="Segoe UI"/>
                <a:cs typeface="Segoe UI"/>
              </a:defRPr>
            </a:lvl9pPr>
          </a:lstStyle>
          <a:p xmlns:a="http://schemas.openxmlformats.org/drawingml/2006/main">
            <a:pPr>
              <a:defRPr sz="1875" b="0">
                <a:solidFill>
                  <a:srgbClr val="586B7D"/>
                </a:solidFill>
                <a:latin typeface="Segoe UI"/>
                <a:ea typeface="Segoe UI"/>
                <a:cs typeface="Segoe UI"/>
              </a:defRPr>
            </a:pPr>
            <a:r>
              <a:rPr sz="1875" b="0">
                <a:solidFill>
                  <a:srgbClr val="586B7D"/>
                </a:solidFill>
                <a:latin typeface="Segoe UI"/>
                <a:ea typeface="Segoe UI"/>
                <a:cs typeface="Segoe UI"/>
              </a:rPr>
              <a:t>Review controls visibility. A shared score controls order.</a:t>
            </a:r>
          </a:p>
        </p:txBody>
      </p:sp>
      <p:sp>
        <p:nvSpPr>
          <p:cNvPr id="4" name="page-number">
            <a:extLst xmlns:a="http://schemas.openxmlformats.org/drawingml/2006/main">
              <a:ext uri="{FF2B5EF4-FFF2-40B4-BE49-F238E27FC236}">
                <a16:creationId xmlns:a16="http://schemas.microsoft.com/office/drawing/2014/main" id="{5CDEEAC1-4EB3-403D-B509-382D4A0CFAB9}"/>
              </a:ext>
            </a:extLst>
          </p:cNvPr>
          <p:cNvSpPr>
            <a:spLocks xmlns:a="http://schemas.openxmlformats.org/drawingml/2006/main" noGrp="1"/>
          </p:cNvSpPr>
          <p:nvPr/>
        </p:nvSpPr>
        <p:spPr>
          <a:xfrm xmlns:a="http://schemas.openxmlformats.org/drawingml/2006/main">
            <a:off x="110680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B7D"/>
                </a:solidFill>
                <a:latin typeface="Segoe UI"/>
                <a:ea typeface="Segoe UI"/>
                <a:cs typeface="Segoe UI"/>
              </a:defRPr>
            </a:defPPr>
            <a:lvl1pPr>
              <a:defRPr sz="1350" b="0">
                <a:solidFill>
                  <a:srgbClr val="586B7D"/>
                </a:solidFill>
                <a:latin typeface="Segoe UI"/>
                <a:ea typeface="Segoe UI"/>
                <a:cs typeface="Segoe UI"/>
              </a:defRPr>
            </a:lvl1pPr>
            <a:lvl2pPr>
              <a:defRPr sz="1350" b="0">
                <a:solidFill>
                  <a:srgbClr val="586B7D"/>
                </a:solidFill>
                <a:latin typeface="Segoe UI"/>
                <a:ea typeface="Segoe UI"/>
                <a:cs typeface="Segoe UI"/>
              </a:defRPr>
            </a:lvl2pPr>
            <a:lvl3pPr>
              <a:defRPr sz="1350" b="0">
                <a:solidFill>
                  <a:srgbClr val="586B7D"/>
                </a:solidFill>
                <a:latin typeface="Segoe UI"/>
                <a:ea typeface="Segoe UI"/>
                <a:cs typeface="Segoe UI"/>
              </a:defRPr>
            </a:lvl3pPr>
            <a:lvl4pPr>
              <a:defRPr sz="1350" b="0">
                <a:solidFill>
                  <a:srgbClr val="586B7D"/>
                </a:solidFill>
                <a:latin typeface="Segoe UI"/>
                <a:ea typeface="Segoe UI"/>
                <a:cs typeface="Segoe UI"/>
              </a:defRPr>
            </a:lvl4pPr>
            <a:lvl5pPr>
              <a:defRPr sz="1350" b="0">
                <a:solidFill>
                  <a:srgbClr val="586B7D"/>
                </a:solidFill>
                <a:latin typeface="Segoe UI"/>
                <a:ea typeface="Segoe UI"/>
                <a:cs typeface="Segoe UI"/>
              </a:defRPr>
            </a:lvl5pPr>
            <a:lvl6pPr>
              <a:defRPr sz="1350" b="0">
                <a:solidFill>
                  <a:srgbClr val="586B7D"/>
                </a:solidFill>
                <a:latin typeface="Segoe UI"/>
                <a:ea typeface="Segoe UI"/>
                <a:cs typeface="Segoe UI"/>
              </a:defRPr>
            </a:lvl6pPr>
            <a:lvl7pPr>
              <a:defRPr sz="1350" b="0">
                <a:solidFill>
                  <a:srgbClr val="586B7D"/>
                </a:solidFill>
                <a:latin typeface="Segoe UI"/>
                <a:ea typeface="Segoe UI"/>
                <a:cs typeface="Segoe UI"/>
              </a:defRPr>
            </a:lvl7pPr>
            <a:lvl8pPr>
              <a:defRPr sz="1350" b="0">
                <a:solidFill>
                  <a:srgbClr val="586B7D"/>
                </a:solidFill>
                <a:latin typeface="Segoe UI"/>
                <a:ea typeface="Segoe UI"/>
                <a:cs typeface="Segoe UI"/>
              </a:defRPr>
            </a:lvl8pPr>
            <a:lvl9pPr>
              <a:defRPr sz="1350" b="0">
                <a:solidFill>
                  <a:srgbClr val="586B7D"/>
                </a:solidFill>
                <a:latin typeface="Segoe UI"/>
                <a:ea typeface="Segoe UI"/>
                <a:cs typeface="Segoe UI"/>
              </a:defRPr>
            </a:lvl9pPr>
          </a:lstStyle>
          <a:p xmlns:a="http://schemas.openxmlformats.org/drawingml/2006/main">
            <a:pPr>
              <a:defRPr sz="1350" b="0">
                <a:solidFill>
                  <a:srgbClr val="586B7D"/>
                </a:solidFill>
                <a:latin typeface="Segoe UI"/>
                <a:ea typeface="Segoe UI"/>
                <a:cs typeface="Segoe UI"/>
              </a:defRPr>
            </a:pPr>
            <a:r>
              <a:rPr sz="1350" b="0">
                <a:solidFill>
                  <a:srgbClr val="586B7D"/>
                </a:solidFill>
                <a:latin typeface="Segoe UI"/>
                <a:ea typeface="Segoe UI"/>
                <a:cs typeface="Segoe UI"/>
              </a:rPr>
              <a:t>03</a:t>
            </a:r>
          </a:p>
        </p:txBody>
      </p:sp>
      <p:sp>
        <p:nvSpPr>
          <p:cNvPr id="5" name="review-heading">
            <a:extLst xmlns:a="http://schemas.openxmlformats.org/drawingml/2006/main">
              <a:ext uri="{FF2B5EF4-FFF2-40B4-BE49-F238E27FC236}">
                <a16:creationId xmlns:a16="http://schemas.microsoft.com/office/drawing/2014/main" id="{5704661D-48B4-4D12-AB07-C0479B55D3D9}"/>
              </a:ext>
            </a:extLst>
          </p:cNvPr>
          <p:cNvSpPr>
            <a:spLocks xmlns:a="http://schemas.openxmlformats.org/drawingml/2006/main" noGrp="1"/>
          </p:cNvSpPr>
          <p:nvPr/>
        </p:nvSpPr>
        <p:spPr>
          <a:xfrm xmlns:a="http://schemas.openxmlformats.org/drawingml/2006/main">
            <a:off x="685800" y="2238375"/>
            <a:ext cx="438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44F"/>
                </a:solidFill>
                <a:latin typeface="Segoe UI"/>
                <a:ea typeface="Segoe UI"/>
                <a:cs typeface="Segoe UI"/>
              </a:defRPr>
            </a:defPPr>
            <a:lvl1pPr>
              <a:defRPr sz="2325" b="1">
                <a:solidFill>
                  <a:srgbClr val="17344F"/>
                </a:solidFill>
                <a:latin typeface="Segoe UI"/>
                <a:ea typeface="Segoe UI"/>
                <a:cs typeface="Segoe UI"/>
              </a:defRPr>
            </a:lvl1pPr>
            <a:lvl2pPr>
              <a:defRPr sz="2325" b="1">
                <a:solidFill>
                  <a:srgbClr val="17344F"/>
                </a:solidFill>
                <a:latin typeface="Segoe UI"/>
                <a:ea typeface="Segoe UI"/>
                <a:cs typeface="Segoe UI"/>
              </a:defRPr>
            </a:lvl2pPr>
            <a:lvl3pPr>
              <a:defRPr sz="2325" b="1">
                <a:solidFill>
                  <a:srgbClr val="17344F"/>
                </a:solidFill>
                <a:latin typeface="Segoe UI"/>
                <a:ea typeface="Segoe UI"/>
                <a:cs typeface="Segoe UI"/>
              </a:defRPr>
            </a:lvl3pPr>
            <a:lvl4pPr>
              <a:defRPr sz="2325" b="1">
                <a:solidFill>
                  <a:srgbClr val="17344F"/>
                </a:solidFill>
                <a:latin typeface="Segoe UI"/>
                <a:ea typeface="Segoe UI"/>
                <a:cs typeface="Segoe UI"/>
              </a:defRPr>
            </a:lvl4pPr>
            <a:lvl5pPr>
              <a:defRPr sz="2325" b="1">
                <a:solidFill>
                  <a:srgbClr val="17344F"/>
                </a:solidFill>
                <a:latin typeface="Segoe UI"/>
                <a:ea typeface="Segoe UI"/>
                <a:cs typeface="Segoe UI"/>
              </a:defRPr>
            </a:lvl5pPr>
            <a:lvl6pPr>
              <a:defRPr sz="2325" b="1">
                <a:solidFill>
                  <a:srgbClr val="17344F"/>
                </a:solidFill>
                <a:latin typeface="Segoe UI"/>
                <a:ea typeface="Segoe UI"/>
                <a:cs typeface="Segoe UI"/>
              </a:defRPr>
            </a:lvl6pPr>
            <a:lvl7pPr>
              <a:defRPr sz="2325" b="1">
                <a:solidFill>
                  <a:srgbClr val="17344F"/>
                </a:solidFill>
                <a:latin typeface="Segoe UI"/>
                <a:ea typeface="Segoe UI"/>
                <a:cs typeface="Segoe UI"/>
              </a:defRPr>
            </a:lvl7pPr>
            <a:lvl8pPr>
              <a:defRPr sz="2325" b="1">
                <a:solidFill>
                  <a:srgbClr val="17344F"/>
                </a:solidFill>
                <a:latin typeface="Segoe UI"/>
                <a:ea typeface="Segoe UI"/>
                <a:cs typeface="Segoe UI"/>
              </a:defRPr>
            </a:lvl8pPr>
            <a:lvl9pPr>
              <a:defRPr sz="2325" b="1">
                <a:solidFill>
                  <a:srgbClr val="17344F"/>
                </a:solidFill>
                <a:latin typeface="Segoe UI"/>
                <a:ea typeface="Segoe UI"/>
                <a:cs typeface="Segoe UI"/>
              </a:defRPr>
            </a:lvl9pPr>
          </a:lstStyle>
          <a:p xmlns:a="http://schemas.openxmlformats.org/drawingml/2006/main">
            <a:pPr>
              <a:defRPr sz="2325" b="1">
                <a:solidFill>
                  <a:srgbClr val="17344F"/>
                </a:solidFill>
                <a:latin typeface="Segoe UI"/>
                <a:ea typeface="Segoe UI"/>
                <a:cs typeface="Segoe UI"/>
              </a:defRPr>
            </a:pPr>
            <a:r>
              <a:rPr sz="2325" b="1">
                <a:solidFill>
                  <a:srgbClr val="17344F"/>
                </a:solidFill>
                <a:latin typeface="Segoe UI"/>
                <a:ea typeface="Segoe UI"/>
                <a:cs typeface="Segoe UI"/>
              </a:rPr>
              <a:t>Content review</a:t>
            </a:r>
          </a:p>
        </p:txBody>
      </p:sp>
      <p:sp>
        <p:nvSpPr>
          <p:cNvPr id="6" name="approve">
            <a:extLst xmlns:a="http://schemas.openxmlformats.org/drawingml/2006/main">
              <a:ext uri="{FF2B5EF4-FFF2-40B4-BE49-F238E27FC236}">
                <a16:creationId xmlns:a16="http://schemas.microsoft.com/office/drawing/2014/main" id="{AEEC64D4-3CEA-4755-BB24-C701F2FCDC8A}"/>
              </a:ext>
            </a:extLst>
          </p:cNvPr>
          <p:cNvSpPr>
            <a:spLocks xmlns:a="http://schemas.openxmlformats.org/drawingml/2006/main" noGrp="1"/>
          </p:cNvSpPr>
          <p:nvPr/>
        </p:nvSpPr>
        <p:spPr>
          <a:xfrm xmlns:a="http://schemas.openxmlformats.org/drawingml/2006/main">
            <a:off x="685800" y="30003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37C75"/>
                </a:solidFill>
                <a:latin typeface="Segoe UI"/>
                <a:ea typeface="Segoe UI"/>
                <a:cs typeface="Segoe UI"/>
              </a:defRPr>
            </a:defPPr>
            <a:lvl1pPr>
              <a:defRPr sz="2250" b="1">
                <a:solidFill>
                  <a:srgbClr val="237C75"/>
                </a:solidFill>
                <a:latin typeface="Segoe UI"/>
                <a:ea typeface="Segoe UI"/>
                <a:cs typeface="Segoe UI"/>
              </a:defRPr>
            </a:lvl1pPr>
            <a:lvl2pPr>
              <a:defRPr sz="2250" b="1">
                <a:solidFill>
                  <a:srgbClr val="237C75"/>
                </a:solidFill>
                <a:latin typeface="Segoe UI"/>
                <a:ea typeface="Segoe UI"/>
                <a:cs typeface="Segoe UI"/>
              </a:defRPr>
            </a:lvl2pPr>
            <a:lvl3pPr>
              <a:defRPr sz="2250" b="1">
                <a:solidFill>
                  <a:srgbClr val="237C75"/>
                </a:solidFill>
                <a:latin typeface="Segoe UI"/>
                <a:ea typeface="Segoe UI"/>
                <a:cs typeface="Segoe UI"/>
              </a:defRPr>
            </a:lvl3pPr>
            <a:lvl4pPr>
              <a:defRPr sz="2250" b="1">
                <a:solidFill>
                  <a:srgbClr val="237C75"/>
                </a:solidFill>
                <a:latin typeface="Segoe UI"/>
                <a:ea typeface="Segoe UI"/>
                <a:cs typeface="Segoe UI"/>
              </a:defRPr>
            </a:lvl4pPr>
            <a:lvl5pPr>
              <a:defRPr sz="2250" b="1">
                <a:solidFill>
                  <a:srgbClr val="237C75"/>
                </a:solidFill>
                <a:latin typeface="Segoe UI"/>
                <a:ea typeface="Segoe UI"/>
                <a:cs typeface="Segoe UI"/>
              </a:defRPr>
            </a:lvl5pPr>
            <a:lvl6pPr>
              <a:defRPr sz="2250" b="1">
                <a:solidFill>
                  <a:srgbClr val="237C75"/>
                </a:solidFill>
                <a:latin typeface="Segoe UI"/>
                <a:ea typeface="Segoe UI"/>
                <a:cs typeface="Segoe UI"/>
              </a:defRPr>
            </a:lvl6pPr>
            <a:lvl7pPr>
              <a:defRPr sz="2250" b="1">
                <a:solidFill>
                  <a:srgbClr val="237C75"/>
                </a:solidFill>
                <a:latin typeface="Segoe UI"/>
                <a:ea typeface="Segoe UI"/>
                <a:cs typeface="Segoe UI"/>
              </a:defRPr>
            </a:lvl7pPr>
            <a:lvl8pPr>
              <a:defRPr sz="2250" b="1">
                <a:solidFill>
                  <a:srgbClr val="237C75"/>
                </a:solidFill>
                <a:latin typeface="Segoe UI"/>
                <a:ea typeface="Segoe UI"/>
                <a:cs typeface="Segoe UI"/>
              </a:defRPr>
            </a:lvl8pPr>
            <a:lvl9pPr>
              <a:defRPr sz="2250" b="1">
                <a:solidFill>
                  <a:srgbClr val="237C75"/>
                </a:solidFill>
                <a:latin typeface="Segoe UI"/>
                <a:ea typeface="Segoe UI"/>
                <a:cs typeface="Segoe UI"/>
              </a:defRPr>
            </a:lvl9pPr>
          </a:lstStyle>
          <a:p xmlns:a="http://schemas.openxmlformats.org/drawingml/2006/main">
            <a:pPr>
              <a:defRPr sz="2250" b="1">
                <a:solidFill>
                  <a:srgbClr val="237C75"/>
                </a:solidFill>
                <a:latin typeface="Segoe UI"/>
                <a:ea typeface="Segoe UI"/>
                <a:cs typeface="Segoe UI"/>
              </a:defRPr>
            </a:pPr>
            <a:r>
              <a:rPr sz="2250" b="1">
                <a:solidFill>
                  <a:srgbClr val="237C75"/>
                </a:solidFill>
                <a:latin typeface="Segoe UI"/>
                <a:ea typeface="Segoe UI"/>
                <a:cs typeface="Segoe UI"/>
              </a:rPr>
              <a:t>Approve</a:t>
            </a:r>
          </a:p>
        </p:txBody>
      </p:sp>
      <p:sp>
        <p:nvSpPr>
          <p:cNvPr id="7" name="approve-detail">
            <a:extLst xmlns:a="http://schemas.openxmlformats.org/drawingml/2006/main">
              <a:ext uri="{FF2B5EF4-FFF2-40B4-BE49-F238E27FC236}">
                <a16:creationId xmlns:a16="http://schemas.microsoft.com/office/drawing/2014/main" id="{0234B8F5-0F9D-470B-9D0E-1FEC46D04F55}"/>
              </a:ext>
            </a:extLst>
          </p:cNvPr>
          <p:cNvSpPr>
            <a:spLocks xmlns:a="http://schemas.openxmlformats.org/drawingml/2006/main" noGrp="1"/>
          </p:cNvSpPr>
          <p:nvPr/>
        </p:nvSpPr>
        <p:spPr>
          <a:xfrm xmlns:a="http://schemas.openxmlformats.org/drawingml/2006/main">
            <a:off x="685800" y="347662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B7D"/>
                </a:solidFill>
                <a:latin typeface="Segoe UI"/>
                <a:ea typeface="Segoe UI"/>
                <a:cs typeface="Segoe UI"/>
              </a:defRPr>
            </a:defPPr>
            <a:lvl1pPr>
              <a:defRPr sz="1875" b="0">
                <a:solidFill>
                  <a:srgbClr val="586B7D"/>
                </a:solidFill>
                <a:latin typeface="Segoe UI"/>
                <a:ea typeface="Segoe UI"/>
                <a:cs typeface="Segoe UI"/>
              </a:defRPr>
            </a:lvl1pPr>
            <a:lvl2pPr>
              <a:defRPr sz="1875" b="0">
                <a:solidFill>
                  <a:srgbClr val="586B7D"/>
                </a:solidFill>
                <a:latin typeface="Segoe UI"/>
                <a:ea typeface="Segoe UI"/>
                <a:cs typeface="Segoe UI"/>
              </a:defRPr>
            </a:lvl2pPr>
            <a:lvl3pPr>
              <a:defRPr sz="1875" b="0">
                <a:solidFill>
                  <a:srgbClr val="586B7D"/>
                </a:solidFill>
                <a:latin typeface="Segoe UI"/>
                <a:ea typeface="Segoe UI"/>
                <a:cs typeface="Segoe UI"/>
              </a:defRPr>
            </a:lvl3pPr>
            <a:lvl4pPr>
              <a:defRPr sz="1875" b="0">
                <a:solidFill>
                  <a:srgbClr val="586B7D"/>
                </a:solidFill>
                <a:latin typeface="Segoe UI"/>
                <a:ea typeface="Segoe UI"/>
                <a:cs typeface="Segoe UI"/>
              </a:defRPr>
            </a:lvl4pPr>
            <a:lvl5pPr>
              <a:defRPr sz="1875" b="0">
                <a:solidFill>
                  <a:srgbClr val="586B7D"/>
                </a:solidFill>
                <a:latin typeface="Segoe UI"/>
                <a:ea typeface="Segoe UI"/>
                <a:cs typeface="Segoe UI"/>
              </a:defRPr>
            </a:lvl5pPr>
            <a:lvl6pPr>
              <a:defRPr sz="1875" b="0">
                <a:solidFill>
                  <a:srgbClr val="586B7D"/>
                </a:solidFill>
                <a:latin typeface="Segoe UI"/>
                <a:ea typeface="Segoe UI"/>
                <a:cs typeface="Segoe UI"/>
              </a:defRPr>
            </a:lvl6pPr>
            <a:lvl7pPr>
              <a:defRPr sz="1875" b="0">
                <a:solidFill>
                  <a:srgbClr val="586B7D"/>
                </a:solidFill>
                <a:latin typeface="Segoe UI"/>
                <a:ea typeface="Segoe UI"/>
                <a:cs typeface="Segoe UI"/>
              </a:defRPr>
            </a:lvl7pPr>
            <a:lvl8pPr>
              <a:defRPr sz="1875" b="0">
                <a:solidFill>
                  <a:srgbClr val="586B7D"/>
                </a:solidFill>
                <a:latin typeface="Segoe UI"/>
                <a:ea typeface="Segoe UI"/>
                <a:cs typeface="Segoe UI"/>
              </a:defRPr>
            </a:lvl8pPr>
            <a:lvl9pPr>
              <a:defRPr sz="1875" b="0">
                <a:solidFill>
                  <a:srgbClr val="586B7D"/>
                </a:solidFill>
                <a:latin typeface="Segoe UI"/>
                <a:ea typeface="Segoe UI"/>
                <a:cs typeface="Segoe UI"/>
              </a:defRPr>
            </a:lvl9pPr>
          </a:lstStyle>
          <a:p xmlns:a="http://schemas.openxmlformats.org/drawingml/2006/main">
            <a:pPr>
              <a:defRPr sz="1875" b="0">
                <a:solidFill>
                  <a:srgbClr val="586B7D"/>
                </a:solidFill>
                <a:latin typeface="Segoe UI"/>
                <a:ea typeface="Segoe UI"/>
                <a:cs typeface="Segoe UI"/>
              </a:defRPr>
            </a:pPr>
            <a:r>
              <a:rPr sz="1875" b="0">
                <a:solidFill>
                  <a:srgbClr val="586B7D"/>
                </a:solidFill>
                <a:latin typeface="Segoe UI"/>
                <a:ea typeface="Segoe UI"/>
                <a:cs typeface="Segoe UI"/>
              </a:rPr>
              <a:t>Include this version</a:t>
            </a:r>
          </a:p>
          <a:p xmlns:a="http://schemas.openxmlformats.org/drawingml/2006/main">
            <a:pPr>
              <a:defRPr sz="1875" b="0">
                <a:solidFill>
                  <a:srgbClr val="586B7D"/>
                </a:solidFill>
                <a:latin typeface="Segoe UI"/>
                <a:ea typeface="Segoe UI"/>
                <a:cs typeface="Segoe UI"/>
              </a:defRPr>
            </a:pPr>
            <a:r>
              <a:rPr sz="1875" b="0">
                <a:solidFill>
                  <a:srgbClr val="586B7D"/>
                </a:solidFill>
                <a:latin typeface="Segoe UI"/>
                <a:ea typeface="Segoe UI"/>
                <a:cs typeface="Segoe UI"/>
              </a:rPr>
              <a:t>in the sales feed.</a:t>
            </a:r>
          </a:p>
        </p:txBody>
      </p:sp>
      <p:sp>
        <p:nvSpPr>
          <p:cNvPr id="8" name="reject">
            <a:extLst xmlns:a="http://schemas.openxmlformats.org/drawingml/2006/main">
              <a:ext uri="{FF2B5EF4-FFF2-40B4-BE49-F238E27FC236}">
                <a16:creationId xmlns:a16="http://schemas.microsoft.com/office/drawing/2014/main" id="{A528833F-D52F-4640-8128-AB7AF0399F5F}"/>
              </a:ext>
            </a:extLst>
          </p:cNvPr>
          <p:cNvSpPr>
            <a:spLocks xmlns:a="http://schemas.openxmlformats.org/drawingml/2006/main" noGrp="1"/>
          </p:cNvSpPr>
          <p:nvPr/>
        </p:nvSpPr>
        <p:spPr>
          <a:xfrm xmlns:a="http://schemas.openxmlformats.org/drawingml/2006/main">
            <a:off x="685800" y="4552950"/>
            <a:ext cx="438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44F"/>
                </a:solidFill>
                <a:latin typeface="Segoe UI"/>
                <a:ea typeface="Segoe UI"/>
                <a:cs typeface="Segoe UI"/>
              </a:defRPr>
            </a:defPPr>
            <a:lvl1pPr>
              <a:defRPr sz="2250" b="1">
                <a:solidFill>
                  <a:srgbClr val="17344F"/>
                </a:solidFill>
                <a:latin typeface="Segoe UI"/>
                <a:ea typeface="Segoe UI"/>
                <a:cs typeface="Segoe UI"/>
              </a:defRPr>
            </a:lvl1pPr>
            <a:lvl2pPr>
              <a:defRPr sz="2250" b="1">
                <a:solidFill>
                  <a:srgbClr val="17344F"/>
                </a:solidFill>
                <a:latin typeface="Segoe UI"/>
                <a:ea typeface="Segoe UI"/>
                <a:cs typeface="Segoe UI"/>
              </a:defRPr>
            </a:lvl2pPr>
            <a:lvl3pPr>
              <a:defRPr sz="2250" b="1">
                <a:solidFill>
                  <a:srgbClr val="17344F"/>
                </a:solidFill>
                <a:latin typeface="Segoe UI"/>
                <a:ea typeface="Segoe UI"/>
                <a:cs typeface="Segoe UI"/>
              </a:defRPr>
            </a:lvl3pPr>
            <a:lvl4pPr>
              <a:defRPr sz="2250" b="1">
                <a:solidFill>
                  <a:srgbClr val="17344F"/>
                </a:solidFill>
                <a:latin typeface="Segoe UI"/>
                <a:ea typeface="Segoe UI"/>
                <a:cs typeface="Segoe UI"/>
              </a:defRPr>
            </a:lvl4pPr>
            <a:lvl5pPr>
              <a:defRPr sz="2250" b="1">
                <a:solidFill>
                  <a:srgbClr val="17344F"/>
                </a:solidFill>
                <a:latin typeface="Segoe UI"/>
                <a:ea typeface="Segoe UI"/>
                <a:cs typeface="Segoe UI"/>
              </a:defRPr>
            </a:lvl5pPr>
            <a:lvl6pPr>
              <a:defRPr sz="2250" b="1">
                <a:solidFill>
                  <a:srgbClr val="17344F"/>
                </a:solidFill>
                <a:latin typeface="Segoe UI"/>
                <a:ea typeface="Segoe UI"/>
                <a:cs typeface="Segoe UI"/>
              </a:defRPr>
            </a:lvl6pPr>
            <a:lvl7pPr>
              <a:defRPr sz="2250" b="1">
                <a:solidFill>
                  <a:srgbClr val="17344F"/>
                </a:solidFill>
                <a:latin typeface="Segoe UI"/>
                <a:ea typeface="Segoe UI"/>
                <a:cs typeface="Segoe UI"/>
              </a:defRPr>
            </a:lvl7pPr>
            <a:lvl8pPr>
              <a:defRPr sz="2250" b="1">
                <a:solidFill>
                  <a:srgbClr val="17344F"/>
                </a:solidFill>
                <a:latin typeface="Segoe UI"/>
                <a:ea typeface="Segoe UI"/>
                <a:cs typeface="Segoe UI"/>
              </a:defRPr>
            </a:lvl8pPr>
            <a:lvl9pPr>
              <a:defRPr sz="2250" b="1">
                <a:solidFill>
                  <a:srgbClr val="17344F"/>
                </a:solidFill>
                <a:latin typeface="Segoe UI"/>
                <a:ea typeface="Segoe UI"/>
                <a:cs typeface="Segoe UI"/>
              </a:defRPr>
            </a:lvl9pPr>
          </a:lstStyle>
          <a:p xmlns:a="http://schemas.openxmlformats.org/drawingml/2006/main">
            <a:pPr>
              <a:defRPr sz="2250" b="1">
                <a:solidFill>
                  <a:srgbClr val="17344F"/>
                </a:solidFill>
                <a:latin typeface="Segoe UI"/>
                <a:ea typeface="Segoe UI"/>
                <a:cs typeface="Segoe UI"/>
              </a:defRPr>
            </a:pPr>
            <a:r>
              <a:rPr sz="2250" b="1">
                <a:solidFill>
                  <a:srgbClr val="17344F"/>
                </a:solidFill>
                <a:latin typeface="Segoe UI"/>
                <a:ea typeface="Segoe UI"/>
                <a:cs typeface="Segoe UI"/>
              </a:rPr>
              <a:t>Reject or reset</a:t>
            </a:r>
          </a:p>
        </p:txBody>
      </p:sp>
      <p:sp>
        <p:nvSpPr>
          <p:cNvPr id="9" name="reject-detail">
            <a:extLst xmlns:a="http://schemas.openxmlformats.org/drawingml/2006/main">
              <a:ext uri="{FF2B5EF4-FFF2-40B4-BE49-F238E27FC236}">
                <a16:creationId xmlns:a16="http://schemas.microsoft.com/office/drawing/2014/main" id="{5C173186-2CEC-40D8-BA04-7A83D11B0E50}"/>
              </a:ext>
            </a:extLst>
          </p:cNvPr>
          <p:cNvSpPr>
            <a:spLocks xmlns:a="http://schemas.openxmlformats.org/drawingml/2006/main" noGrp="1"/>
          </p:cNvSpPr>
          <p:nvPr/>
        </p:nvSpPr>
        <p:spPr>
          <a:xfrm xmlns:a="http://schemas.openxmlformats.org/drawingml/2006/main">
            <a:off x="685800" y="5057775"/>
            <a:ext cx="447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B7D"/>
                </a:solidFill>
                <a:latin typeface="Segoe UI"/>
                <a:ea typeface="Segoe UI"/>
                <a:cs typeface="Segoe UI"/>
              </a:defRPr>
            </a:defPPr>
            <a:lvl1pPr>
              <a:defRPr sz="1875" b="0">
                <a:solidFill>
                  <a:srgbClr val="586B7D"/>
                </a:solidFill>
                <a:latin typeface="Segoe UI"/>
                <a:ea typeface="Segoe UI"/>
                <a:cs typeface="Segoe UI"/>
              </a:defRPr>
            </a:lvl1pPr>
            <a:lvl2pPr>
              <a:defRPr sz="1875" b="0">
                <a:solidFill>
                  <a:srgbClr val="586B7D"/>
                </a:solidFill>
                <a:latin typeface="Segoe UI"/>
                <a:ea typeface="Segoe UI"/>
                <a:cs typeface="Segoe UI"/>
              </a:defRPr>
            </a:lvl2pPr>
            <a:lvl3pPr>
              <a:defRPr sz="1875" b="0">
                <a:solidFill>
                  <a:srgbClr val="586B7D"/>
                </a:solidFill>
                <a:latin typeface="Segoe UI"/>
                <a:ea typeface="Segoe UI"/>
                <a:cs typeface="Segoe UI"/>
              </a:defRPr>
            </a:lvl3pPr>
            <a:lvl4pPr>
              <a:defRPr sz="1875" b="0">
                <a:solidFill>
                  <a:srgbClr val="586B7D"/>
                </a:solidFill>
                <a:latin typeface="Segoe UI"/>
                <a:ea typeface="Segoe UI"/>
                <a:cs typeface="Segoe UI"/>
              </a:defRPr>
            </a:lvl4pPr>
            <a:lvl5pPr>
              <a:defRPr sz="1875" b="0">
                <a:solidFill>
                  <a:srgbClr val="586B7D"/>
                </a:solidFill>
                <a:latin typeface="Segoe UI"/>
                <a:ea typeface="Segoe UI"/>
                <a:cs typeface="Segoe UI"/>
              </a:defRPr>
            </a:lvl5pPr>
            <a:lvl6pPr>
              <a:defRPr sz="1875" b="0">
                <a:solidFill>
                  <a:srgbClr val="586B7D"/>
                </a:solidFill>
                <a:latin typeface="Segoe UI"/>
                <a:ea typeface="Segoe UI"/>
                <a:cs typeface="Segoe UI"/>
              </a:defRPr>
            </a:lvl6pPr>
            <a:lvl7pPr>
              <a:defRPr sz="1875" b="0">
                <a:solidFill>
                  <a:srgbClr val="586B7D"/>
                </a:solidFill>
                <a:latin typeface="Segoe UI"/>
                <a:ea typeface="Segoe UI"/>
                <a:cs typeface="Segoe UI"/>
              </a:defRPr>
            </a:lvl7pPr>
            <a:lvl8pPr>
              <a:defRPr sz="1875" b="0">
                <a:solidFill>
                  <a:srgbClr val="586B7D"/>
                </a:solidFill>
                <a:latin typeface="Segoe UI"/>
                <a:ea typeface="Segoe UI"/>
                <a:cs typeface="Segoe UI"/>
              </a:defRPr>
            </a:lvl8pPr>
            <a:lvl9pPr>
              <a:defRPr sz="1875" b="0">
                <a:solidFill>
                  <a:srgbClr val="586B7D"/>
                </a:solidFill>
                <a:latin typeface="Segoe UI"/>
                <a:ea typeface="Segoe UI"/>
                <a:cs typeface="Segoe UI"/>
              </a:defRPr>
            </a:lvl9pPr>
          </a:lstStyle>
          <a:p xmlns:a="http://schemas.openxmlformats.org/drawingml/2006/main">
            <a:pPr>
              <a:defRPr sz="1875" b="0">
                <a:solidFill>
                  <a:srgbClr val="586B7D"/>
                </a:solidFill>
                <a:latin typeface="Segoe UI"/>
                <a:ea typeface="Segoe UI"/>
                <a:cs typeface="Segoe UI"/>
              </a:defRPr>
            </a:pPr>
            <a:r>
              <a:rPr sz="1875" b="0">
                <a:solidFill>
                  <a:srgbClr val="586B7D"/>
                </a:solidFill>
                <a:latin typeface="Segoe UI"/>
                <a:ea typeface="Segoe UI"/>
                <a:cs typeface="Segoe UI"/>
              </a:rPr>
              <a:t>Keep it out of the sales feed.</a:t>
            </a:r>
          </a:p>
        </p:txBody>
      </p:sp>
      <p:sp>
        <p:nvSpPr>
          <p:cNvPr id="10" name="ranking-heading">
            <a:extLst xmlns:a="http://schemas.openxmlformats.org/drawingml/2006/main">
              <a:ext uri="{FF2B5EF4-FFF2-40B4-BE49-F238E27FC236}">
                <a16:creationId xmlns:a16="http://schemas.microsoft.com/office/drawing/2014/main" id="{160865FD-CFB1-48C3-8565-46D5D71177BE}"/>
              </a:ext>
            </a:extLst>
          </p:cNvPr>
          <p:cNvSpPr>
            <a:spLocks xmlns:a="http://schemas.openxmlformats.org/drawingml/2006/main" noGrp="1"/>
          </p:cNvSpPr>
          <p:nvPr/>
        </p:nvSpPr>
        <p:spPr>
          <a:xfrm xmlns:a="http://schemas.openxmlformats.org/drawingml/2006/main">
            <a:off x="6286500" y="22383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344F"/>
                </a:solidFill>
                <a:latin typeface="Segoe UI"/>
                <a:ea typeface="Segoe UI"/>
                <a:cs typeface="Segoe UI"/>
              </a:defRPr>
            </a:defPPr>
            <a:lvl1pPr>
              <a:defRPr sz="2325" b="1">
                <a:solidFill>
                  <a:srgbClr val="17344F"/>
                </a:solidFill>
                <a:latin typeface="Segoe UI"/>
                <a:ea typeface="Segoe UI"/>
                <a:cs typeface="Segoe UI"/>
              </a:defRPr>
            </a:lvl1pPr>
            <a:lvl2pPr>
              <a:defRPr sz="2325" b="1">
                <a:solidFill>
                  <a:srgbClr val="17344F"/>
                </a:solidFill>
                <a:latin typeface="Segoe UI"/>
                <a:ea typeface="Segoe UI"/>
                <a:cs typeface="Segoe UI"/>
              </a:defRPr>
            </a:lvl2pPr>
            <a:lvl3pPr>
              <a:defRPr sz="2325" b="1">
                <a:solidFill>
                  <a:srgbClr val="17344F"/>
                </a:solidFill>
                <a:latin typeface="Segoe UI"/>
                <a:ea typeface="Segoe UI"/>
                <a:cs typeface="Segoe UI"/>
              </a:defRPr>
            </a:lvl3pPr>
            <a:lvl4pPr>
              <a:defRPr sz="2325" b="1">
                <a:solidFill>
                  <a:srgbClr val="17344F"/>
                </a:solidFill>
                <a:latin typeface="Segoe UI"/>
                <a:ea typeface="Segoe UI"/>
                <a:cs typeface="Segoe UI"/>
              </a:defRPr>
            </a:lvl4pPr>
            <a:lvl5pPr>
              <a:defRPr sz="2325" b="1">
                <a:solidFill>
                  <a:srgbClr val="17344F"/>
                </a:solidFill>
                <a:latin typeface="Segoe UI"/>
                <a:ea typeface="Segoe UI"/>
                <a:cs typeface="Segoe UI"/>
              </a:defRPr>
            </a:lvl5pPr>
            <a:lvl6pPr>
              <a:defRPr sz="2325" b="1">
                <a:solidFill>
                  <a:srgbClr val="17344F"/>
                </a:solidFill>
                <a:latin typeface="Segoe UI"/>
                <a:ea typeface="Segoe UI"/>
                <a:cs typeface="Segoe UI"/>
              </a:defRPr>
            </a:lvl6pPr>
            <a:lvl7pPr>
              <a:defRPr sz="2325" b="1">
                <a:solidFill>
                  <a:srgbClr val="17344F"/>
                </a:solidFill>
                <a:latin typeface="Segoe UI"/>
                <a:ea typeface="Segoe UI"/>
                <a:cs typeface="Segoe UI"/>
              </a:defRPr>
            </a:lvl7pPr>
            <a:lvl8pPr>
              <a:defRPr sz="2325" b="1">
                <a:solidFill>
                  <a:srgbClr val="17344F"/>
                </a:solidFill>
                <a:latin typeface="Segoe UI"/>
                <a:ea typeface="Segoe UI"/>
                <a:cs typeface="Segoe UI"/>
              </a:defRPr>
            </a:lvl8pPr>
            <a:lvl9pPr>
              <a:defRPr sz="2325" b="1">
                <a:solidFill>
                  <a:srgbClr val="17344F"/>
                </a:solidFill>
                <a:latin typeface="Segoe UI"/>
                <a:ea typeface="Segoe UI"/>
                <a:cs typeface="Segoe UI"/>
              </a:defRPr>
            </a:lvl9pPr>
          </a:lstStyle>
          <a:p xmlns:a="http://schemas.openxmlformats.org/drawingml/2006/main">
            <a:pPr>
              <a:defRPr sz="2325" b="1">
                <a:solidFill>
                  <a:srgbClr val="17344F"/>
                </a:solidFill>
                <a:latin typeface="Segoe UI"/>
                <a:ea typeface="Segoe UI"/>
                <a:cs typeface="Segoe UI"/>
              </a:defRPr>
            </a:pPr>
            <a:r>
              <a:rPr sz="2325" b="1">
                <a:solidFill>
                  <a:srgbClr val="17344F"/>
                </a:solidFill>
                <a:latin typeface="Segoe UI"/>
                <a:ea typeface="Segoe UI"/>
                <a:cs typeface="Segoe UI"/>
              </a:rPr>
              <a:t>Shared priority score</a:t>
            </a:r>
          </a:p>
        </p:txBody>
      </p:sp>
      <p:sp>
        <p:nvSpPr>
          <p:cNvPr id="11" name="ranking-caption">
            <a:extLst xmlns:a="http://schemas.openxmlformats.org/drawingml/2006/main">
              <a:ext uri="{FF2B5EF4-FFF2-40B4-BE49-F238E27FC236}">
                <a16:creationId xmlns:a16="http://schemas.microsoft.com/office/drawing/2014/main" id="{1AE4F683-88DA-4BC8-B30C-56BF989C21B2}"/>
              </a:ext>
            </a:extLst>
          </p:cNvPr>
          <p:cNvSpPr>
            <a:spLocks xmlns:a="http://schemas.openxmlformats.org/drawingml/2006/main" noGrp="1"/>
          </p:cNvSpPr>
          <p:nvPr/>
        </p:nvSpPr>
        <p:spPr>
          <a:xfrm xmlns:a="http://schemas.openxmlformats.org/drawingml/2006/main">
            <a:off x="6286500" y="26955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B7D"/>
                </a:solidFill>
                <a:latin typeface="Segoe UI"/>
                <a:ea typeface="Segoe UI"/>
                <a:cs typeface="Segoe UI"/>
              </a:defRPr>
            </a:defPPr>
            <a:lvl1pPr>
              <a:defRPr sz="1575" b="0">
                <a:solidFill>
                  <a:srgbClr val="586B7D"/>
                </a:solidFill>
                <a:latin typeface="Segoe UI"/>
                <a:ea typeface="Segoe UI"/>
                <a:cs typeface="Segoe UI"/>
              </a:defRPr>
            </a:lvl1pPr>
            <a:lvl2pPr>
              <a:defRPr sz="1575" b="0">
                <a:solidFill>
                  <a:srgbClr val="586B7D"/>
                </a:solidFill>
                <a:latin typeface="Segoe UI"/>
                <a:ea typeface="Segoe UI"/>
                <a:cs typeface="Segoe UI"/>
              </a:defRPr>
            </a:lvl2pPr>
            <a:lvl3pPr>
              <a:defRPr sz="1575" b="0">
                <a:solidFill>
                  <a:srgbClr val="586B7D"/>
                </a:solidFill>
                <a:latin typeface="Segoe UI"/>
                <a:ea typeface="Segoe UI"/>
                <a:cs typeface="Segoe UI"/>
              </a:defRPr>
            </a:lvl3pPr>
            <a:lvl4pPr>
              <a:defRPr sz="1575" b="0">
                <a:solidFill>
                  <a:srgbClr val="586B7D"/>
                </a:solidFill>
                <a:latin typeface="Segoe UI"/>
                <a:ea typeface="Segoe UI"/>
                <a:cs typeface="Segoe UI"/>
              </a:defRPr>
            </a:lvl4pPr>
            <a:lvl5pPr>
              <a:defRPr sz="1575" b="0">
                <a:solidFill>
                  <a:srgbClr val="586B7D"/>
                </a:solidFill>
                <a:latin typeface="Segoe UI"/>
                <a:ea typeface="Segoe UI"/>
                <a:cs typeface="Segoe UI"/>
              </a:defRPr>
            </a:lvl5pPr>
            <a:lvl6pPr>
              <a:defRPr sz="1575" b="0">
                <a:solidFill>
                  <a:srgbClr val="586B7D"/>
                </a:solidFill>
                <a:latin typeface="Segoe UI"/>
                <a:ea typeface="Segoe UI"/>
                <a:cs typeface="Segoe UI"/>
              </a:defRPr>
            </a:lvl6pPr>
            <a:lvl7pPr>
              <a:defRPr sz="1575" b="0">
                <a:solidFill>
                  <a:srgbClr val="586B7D"/>
                </a:solidFill>
                <a:latin typeface="Segoe UI"/>
                <a:ea typeface="Segoe UI"/>
                <a:cs typeface="Segoe UI"/>
              </a:defRPr>
            </a:lvl7pPr>
            <a:lvl8pPr>
              <a:defRPr sz="1575" b="0">
                <a:solidFill>
                  <a:srgbClr val="586B7D"/>
                </a:solidFill>
                <a:latin typeface="Segoe UI"/>
                <a:ea typeface="Segoe UI"/>
                <a:cs typeface="Segoe UI"/>
              </a:defRPr>
            </a:lvl8pPr>
            <a:lvl9pPr>
              <a:defRPr sz="1575" b="0">
                <a:solidFill>
                  <a:srgbClr val="586B7D"/>
                </a:solidFill>
                <a:latin typeface="Segoe UI"/>
                <a:ea typeface="Segoe UI"/>
                <a:cs typeface="Segoe UI"/>
              </a:defRPr>
            </a:lvl9pPr>
          </a:lstStyle>
          <a:p xmlns:a="http://schemas.openxmlformats.org/drawingml/2006/main">
            <a:pPr>
              <a:defRPr sz="1575" b="0">
                <a:solidFill>
                  <a:srgbClr val="586B7D"/>
                </a:solidFill>
                <a:latin typeface="Segoe UI"/>
                <a:ea typeface="Segoe UI"/>
                <a:cs typeface="Segoe UI"/>
              </a:defRPr>
            </a:pPr>
            <a:r>
              <a:rPr sz="1575" b="0">
                <a:solidFill>
                  <a:srgbClr val="586B7D"/>
                </a:solidFill>
                <a:latin typeface="Segoe UI"/>
                <a:ea typeface="Segoe UI"/>
                <a:cs typeface="Segoe UI"/>
              </a:rPr>
              <a:t>Maximum contribution to 100 points</a:t>
            </a:r>
          </a:p>
        </p:txBody>
      </p:sp>
      <p:graphicFrame>
        <p:nvGraphicFramePr>
          <p:cNvPr id="12" name="">
            <a:extLst xmlns:a="http://schemas.openxmlformats.org/drawingml/2006/main">
              <a:ext uri="{FF2B5EF4-FFF2-40B4-BE49-F238E27FC236}">
                <a16:creationId xmlns:a16="http://schemas.microsoft.com/office/drawing/2014/main" id="{6069116E-B683-46B2-890A-6535FFDB68D2}"/>
              </a:ext>
            </a:extLst>
          </p:cNvPr>
          <p:cNvGraphicFramePr/>
          <p:nvPr/>
        </p:nvGraphicFramePr>
        <p:xfrm>
          <a:off xmlns:a="http://schemas.openxmlformats.org/drawingml/2006/main" x="6286500" y="3190875"/>
          <a:ext xmlns:a="http://schemas.openxmlformats.org/drawingml/2006/main" cx="5048250" cy="2571750"/>
        </p:xfrm>
        <a:graphic xmlns:a="http://schemas.openxmlformats.org/drawingml/2006/main">
          <a:graphicData uri="http://schemas.openxmlformats.org/drawingml/2006/table">
            <a:tbl>
              <a:tblPr firstRow="0" bandRow="0" bandCol="0"/>
              <a:tblGrid>
                <a:gridCol w="3905250"/>
                <a:gridCol w="1143000"/>
              </a:tblGrid>
              <a:tr h="514350">
                <a:tc>
                  <a:txBody>
                    <a:bodyPr lIns="0" tIns="0" rIns="0" bIns="0"/>
                    <a:lstStyle/>
                    <a:p>
                      <a:pPr algn="l"/>
                      <a:r>
                        <a:rPr sz="1800" b="0">
                          <a:solidFill>
                            <a:srgbClr val="213547"/>
                          </a:solidFill>
                          <a:latin typeface="Segoe UI"/>
                          <a:ea typeface="Segoe UI"/>
                          <a:cs typeface="Segoe UI"/>
                        </a:rPr>
                        <a:t>Scale of change</a:t>
                      </a:r>
                    </a:p>
                  </a:txBody>
                  <a:tcPr marL="91440" marR="91440" marT="45720" marB="45720" anchor="ctr">
                    <a:lnL w="0">
                      <a:solidFill>
                        <a:srgbClr val="FFFFFF"/>
                      </a:solidFill>
                      <a:prstDash val="solid"/>
                    </a:lnL>
                    <a:lnR w="0">
                      <a:solidFill>
                        <a:srgbClr val="FFFFFF"/>
                      </a:solidFill>
                      <a:prstDash val="solid"/>
                    </a:lnR>
                    <a:lnT w="0">
                      <a:solidFill>
                        <a:srgbClr val="FFFFFF"/>
                      </a:solidFill>
                      <a:prstDash val="solid"/>
                    </a:lnT>
                    <a:lnB w="0">
                      <a:solidFill>
                        <a:srgbClr val="FFFFFF"/>
                      </a:solidFill>
                      <a:prstDash val="solid"/>
                    </a:lnB>
                    <a:solidFill>
                      <a:srgbClr val="FFFFFF"/>
                    </a:solidFill>
                  </a:tcPr>
                </a:tc>
                <a:tc>
                  <a:txBody>
                    <a:bodyPr lIns="0" tIns="0" rIns="0" bIns="0"/>
                    <a:lstStyle/>
                    <a:p>
                      <a:pPr algn="r"/>
                      <a:r>
                        <a:rPr sz="1800" b="1">
                          <a:solidFill>
                            <a:srgbClr val="2168A8"/>
                          </a:solidFill>
                          <a:latin typeface="Segoe UI"/>
                          <a:ea typeface="Segoe UI"/>
                          <a:cs typeface="Segoe UI"/>
                        </a:rPr>
                        <a:t>30</a:t>
                      </a:r>
                    </a:p>
                  </a:txBody>
                  <a:tcPr marL="91440" marR="91440" marT="45720" marB="45720" anchor="ctr">
                    <a:lnR w="0">
                      <a:solidFill>
                        <a:srgbClr val="FFFFFF"/>
                      </a:solidFill>
                      <a:prstDash val="solid"/>
                    </a:lnR>
                    <a:lnT w="0">
                      <a:solidFill>
                        <a:srgbClr val="FFFFFF"/>
                      </a:solidFill>
                      <a:prstDash val="solid"/>
                    </a:lnT>
                    <a:lnB w="0">
                      <a:solidFill>
                        <a:srgbClr val="FFFFFF"/>
                      </a:solidFill>
                      <a:prstDash val="solid"/>
                    </a:lnB>
                    <a:solidFill>
                      <a:srgbClr val="FFFFFF"/>
                    </a:solidFill>
                  </a:tcPr>
                </a:tc>
              </a:tr>
              <a:tr h="514350">
                <a:tc>
                  <a:txBody>
                    <a:bodyPr lIns="0" tIns="0" rIns="0" bIns="0"/>
                    <a:lstStyle/>
                    <a:p>
                      <a:pPr algn="l"/>
                      <a:r>
                        <a:rPr sz="1800" b="0">
                          <a:solidFill>
                            <a:srgbClr val="213547"/>
                          </a:solidFill>
                          <a:latin typeface="Segoe UI"/>
                          <a:ea typeface="Segoe UI"/>
                          <a:cs typeface="Segoe UI"/>
                        </a:rPr>
                        <a:t>Supplier relevance</a:t>
                      </a:r>
                    </a:p>
                  </a:txBody>
                  <a:tcPr marL="91440" marR="91440" marT="45720" marB="45720" anchor="ctr">
                    <a:lnL w="0">
                      <a:solidFill>
                        <a:srgbClr val="FFFFFF"/>
                      </a:solidFill>
                      <a:prstDash val="solid"/>
                    </a:lnL>
                    <a:lnR w="0">
                      <a:solidFill>
                        <a:srgbClr val="FFFFFF"/>
                      </a:solidFill>
                      <a:prstDash val="solid"/>
                    </a:lnR>
                    <a:lnB w="0">
                      <a:solidFill>
                        <a:srgbClr val="FFFFFF"/>
                      </a:solidFill>
                      <a:prstDash val="solid"/>
                    </a:lnB>
                    <a:solidFill>
                      <a:srgbClr val="FFFFFF"/>
                    </a:solidFill>
                  </a:tcPr>
                </a:tc>
                <a:tc>
                  <a:txBody>
                    <a:bodyPr lIns="0" tIns="0" rIns="0" bIns="0"/>
                    <a:lstStyle/>
                    <a:p>
                      <a:pPr algn="r"/>
                      <a:r>
                        <a:rPr sz="1800" b="1">
                          <a:solidFill>
                            <a:srgbClr val="2168A8"/>
                          </a:solidFill>
                          <a:latin typeface="Segoe UI"/>
                          <a:ea typeface="Segoe UI"/>
                          <a:cs typeface="Segoe UI"/>
                        </a:rPr>
                        <a:t>25</a:t>
                      </a:r>
                    </a:p>
                  </a:txBody>
                  <a:tcPr marL="91440" marR="91440" marT="45720" marB="45720" anchor="ctr">
                    <a:lnR w="0">
                      <a:solidFill>
                        <a:srgbClr val="FFFFFF"/>
                      </a:solidFill>
                      <a:prstDash val="solid"/>
                    </a:lnR>
                    <a:lnB w="0">
                      <a:solidFill>
                        <a:srgbClr val="FFFFFF"/>
                      </a:solidFill>
                      <a:prstDash val="solid"/>
                    </a:lnB>
                    <a:solidFill>
                      <a:srgbClr val="FFFFFF"/>
                    </a:solidFill>
                  </a:tcPr>
                </a:tc>
              </a:tr>
              <a:tr h="514350">
                <a:tc>
                  <a:txBody>
                    <a:bodyPr lIns="0" tIns="0" rIns="0" bIns="0"/>
                    <a:lstStyle/>
                    <a:p>
                      <a:pPr algn="l"/>
                      <a:r>
                        <a:rPr sz="1800" b="0">
                          <a:solidFill>
                            <a:srgbClr val="213547"/>
                          </a:solidFill>
                          <a:latin typeface="Segoe UI"/>
                          <a:ea typeface="Segoe UI"/>
                          <a:cs typeface="Segoe UI"/>
                        </a:rPr>
                        <a:t>Next-step clarity</a:t>
                      </a:r>
                    </a:p>
                  </a:txBody>
                  <a:tcPr marL="91440" marR="91440" marT="45720" marB="45720" anchor="ctr">
                    <a:lnL w="0">
                      <a:solidFill>
                        <a:srgbClr val="FFFFFF"/>
                      </a:solidFill>
                      <a:prstDash val="solid"/>
                    </a:lnL>
                    <a:lnR w="0">
                      <a:solidFill>
                        <a:srgbClr val="FFFFFF"/>
                      </a:solidFill>
                      <a:prstDash val="solid"/>
                    </a:lnR>
                    <a:lnB w="0">
                      <a:solidFill>
                        <a:srgbClr val="FFFFFF"/>
                      </a:solidFill>
                      <a:prstDash val="solid"/>
                    </a:lnB>
                    <a:solidFill>
                      <a:srgbClr val="FFFFFF"/>
                    </a:solidFill>
                  </a:tcPr>
                </a:tc>
                <a:tc>
                  <a:txBody>
                    <a:bodyPr lIns="0" tIns="0" rIns="0" bIns="0"/>
                    <a:lstStyle/>
                    <a:p>
                      <a:pPr algn="r"/>
                      <a:r>
                        <a:rPr sz="1800" b="1">
                          <a:solidFill>
                            <a:srgbClr val="2168A8"/>
                          </a:solidFill>
                          <a:latin typeface="Segoe UI"/>
                          <a:ea typeface="Segoe UI"/>
                          <a:cs typeface="Segoe UI"/>
                        </a:rPr>
                        <a:t>15</a:t>
                      </a:r>
                    </a:p>
                  </a:txBody>
                  <a:tcPr marL="91440" marR="91440" marT="45720" marB="45720" anchor="ctr">
                    <a:lnR w="0">
                      <a:solidFill>
                        <a:srgbClr val="FFFFFF"/>
                      </a:solidFill>
                      <a:prstDash val="solid"/>
                    </a:lnR>
                    <a:lnB w="0">
                      <a:solidFill>
                        <a:srgbClr val="FFFFFF"/>
                      </a:solidFill>
                      <a:prstDash val="solid"/>
                    </a:lnB>
                    <a:solidFill>
                      <a:srgbClr val="FFFFFF"/>
                    </a:solidFill>
                  </a:tcPr>
                </a:tc>
              </a:tr>
              <a:tr h="514350">
                <a:tc>
                  <a:txBody>
                    <a:bodyPr lIns="0" tIns="0" rIns="0" bIns="0"/>
                    <a:lstStyle/>
                    <a:p>
                      <a:pPr algn="l"/>
                      <a:r>
                        <a:rPr sz="1800" b="0">
                          <a:solidFill>
                            <a:srgbClr val="213547"/>
                          </a:solidFill>
                          <a:latin typeface="Segoe UI"/>
                          <a:ea typeface="Segoe UI"/>
                          <a:cs typeface="Segoe UI"/>
                        </a:rPr>
                        <a:t>Recency</a:t>
                      </a:r>
                    </a:p>
                  </a:txBody>
                  <a:tcPr marL="91440" marR="91440" marT="45720" marB="45720" anchor="ctr">
                    <a:lnL w="0">
                      <a:solidFill>
                        <a:srgbClr val="FFFFFF"/>
                      </a:solidFill>
                      <a:prstDash val="solid"/>
                    </a:lnL>
                    <a:lnR w="0">
                      <a:solidFill>
                        <a:srgbClr val="FFFFFF"/>
                      </a:solidFill>
                      <a:prstDash val="solid"/>
                    </a:lnR>
                    <a:lnB w="0">
                      <a:solidFill>
                        <a:srgbClr val="FFFFFF"/>
                      </a:solidFill>
                      <a:prstDash val="solid"/>
                    </a:lnB>
                    <a:solidFill>
                      <a:srgbClr val="FFFFFF"/>
                    </a:solidFill>
                  </a:tcPr>
                </a:tc>
                <a:tc>
                  <a:txBody>
                    <a:bodyPr lIns="0" tIns="0" rIns="0" bIns="0"/>
                    <a:lstStyle/>
                    <a:p>
                      <a:pPr algn="r"/>
                      <a:r>
                        <a:rPr sz="1800" b="1">
                          <a:solidFill>
                            <a:srgbClr val="2168A8"/>
                          </a:solidFill>
                          <a:latin typeface="Segoe UI"/>
                          <a:ea typeface="Segoe UI"/>
                          <a:cs typeface="Segoe UI"/>
                        </a:rPr>
                        <a:t>15</a:t>
                      </a:r>
                    </a:p>
                  </a:txBody>
                  <a:tcPr marL="91440" marR="91440" marT="45720" marB="45720" anchor="ctr">
                    <a:lnR w="0">
                      <a:solidFill>
                        <a:srgbClr val="FFFFFF"/>
                      </a:solidFill>
                      <a:prstDash val="solid"/>
                    </a:lnR>
                    <a:lnB w="0">
                      <a:solidFill>
                        <a:srgbClr val="FFFFFF"/>
                      </a:solidFill>
                      <a:prstDash val="solid"/>
                    </a:lnB>
                    <a:solidFill>
                      <a:srgbClr val="FFFFFF"/>
                    </a:solidFill>
                  </a:tcPr>
                </a:tc>
              </a:tr>
              <a:tr h="514350">
                <a:tc>
                  <a:txBody>
                    <a:bodyPr lIns="0" tIns="0" rIns="0" bIns="0"/>
                    <a:lstStyle/>
                    <a:p>
                      <a:pPr algn="l"/>
                      <a:r>
                        <a:rPr sz="1800" b="0">
                          <a:solidFill>
                            <a:srgbClr val="213547"/>
                          </a:solidFill>
                          <a:latin typeface="Segoe UI"/>
                          <a:ea typeface="Segoe UI"/>
                          <a:cs typeface="Segoe UI"/>
                        </a:rPr>
                        <a:t>Source verification</a:t>
                      </a:r>
                    </a:p>
                  </a:txBody>
                  <a:tcPr marL="91440" marR="91440" marT="45720" marB="45720" anchor="ctr">
                    <a:lnL w="0">
                      <a:solidFill>
                        <a:srgbClr val="FFFFFF"/>
                      </a:solidFill>
                      <a:prstDash val="solid"/>
                    </a:lnL>
                    <a:lnR w="0">
                      <a:solidFill>
                        <a:srgbClr val="FFFFFF"/>
                      </a:solidFill>
                      <a:prstDash val="solid"/>
                    </a:lnR>
                    <a:lnB w="0">
                      <a:solidFill>
                        <a:srgbClr val="FFFFFF"/>
                      </a:solidFill>
                      <a:prstDash val="solid"/>
                    </a:lnB>
                    <a:solidFill>
                      <a:srgbClr val="FFFFFF"/>
                    </a:solidFill>
                  </a:tcPr>
                </a:tc>
                <a:tc>
                  <a:txBody>
                    <a:bodyPr lIns="0" tIns="0" rIns="0" bIns="0"/>
                    <a:lstStyle/>
                    <a:p>
                      <a:pPr algn="r"/>
                      <a:r>
                        <a:rPr sz="1800" b="1">
                          <a:solidFill>
                            <a:srgbClr val="2168A8"/>
                          </a:solidFill>
                          <a:latin typeface="Segoe UI"/>
                          <a:ea typeface="Segoe UI"/>
                          <a:cs typeface="Segoe UI"/>
                        </a:rPr>
                        <a:t>15</a:t>
                      </a:r>
                    </a:p>
                  </a:txBody>
                  <a:tcPr marL="91440" marR="91440" marT="45720" marB="45720" anchor="ctr">
                    <a:lnR w="0">
                      <a:solidFill>
                        <a:srgbClr val="FFFFFF"/>
                      </a:solidFill>
                      <a:prstDash val="solid"/>
                    </a:lnR>
                    <a:lnB w="0">
                      <a:solidFill>
                        <a:srgbClr val="FFFFFF"/>
                      </a:solidFill>
                      <a:prstDash val="solid"/>
                    </a:lnB>
                    <a:solidFill>
                      <a:srgbClr val="FFFFFF"/>
                    </a:solidFill>
                  </a:tcPr>
                </a:tc>
              </a:tr>
            </a:tbl>
          </a:graphicData>
        </a:graphic>
      </p:graphicFrame>
      <p:sp>
        <p:nvSpPr>
          <p:cNvPr id="13" name="review-not-training">
            <a:extLst xmlns:a="http://schemas.openxmlformats.org/drawingml/2006/main">
              <a:ext uri="{FF2B5EF4-FFF2-40B4-BE49-F238E27FC236}">
                <a16:creationId xmlns:a16="http://schemas.microsoft.com/office/drawing/2014/main" id="{4F1ABE9B-B55C-4C6C-BCCD-383FB33C68DF}"/>
              </a:ext>
            </a:extLst>
          </p:cNvPr>
          <p:cNvSpPr>
            <a:spLocks xmlns:a="http://schemas.openxmlformats.org/drawingml/2006/main" noGrp="1"/>
          </p:cNvSpPr>
          <p:nvPr/>
        </p:nvSpPr>
        <p:spPr>
          <a:xfrm xmlns:a="http://schemas.openxmlformats.org/drawingml/2006/main">
            <a:off x="685800" y="60769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B7D"/>
                </a:solidFill>
                <a:latin typeface="Segoe UI"/>
                <a:ea typeface="Segoe UI"/>
                <a:cs typeface="Segoe UI"/>
              </a:defRPr>
            </a:defPPr>
            <a:lvl1pPr>
              <a:defRPr sz="1650" b="0">
                <a:solidFill>
                  <a:srgbClr val="586B7D"/>
                </a:solidFill>
                <a:latin typeface="Segoe UI"/>
                <a:ea typeface="Segoe UI"/>
                <a:cs typeface="Segoe UI"/>
              </a:defRPr>
            </a:lvl1pPr>
            <a:lvl2pPr>
              <a:defRPr sz="1650" b="0">
                <a:solidFill>
                  <a:srgbClr val="586B7D"/>
                </a:solidFill>
                <a:latin typeface="Segoe UI"/>
                <a:ea typeface="Segoe UI"/>
                <a:cs typeface="Segoe UI"/>
              </a:defRPr>
            </a:lvl2pPr>
            <a:lvl3pPr>
              <a:defRPr sz="1650" b="0">
                <a:solidFill>
                  <a:srgbClr val="586B7D"/>
                </a:solidFill>
                <a:latin typeface="Segoe UI"/>
                <a:ea typeface="Segoe UI"/>
                <a:cs typeface="Segoe UI"/>
              </a:defRPr>
            </a:lvl3pPr>
            <a:lvl4pPr>
              <a:defRPr sz="1650" b="0">
                <a:solidFill>
                  <a:srgbClr val="586B7D"/>
                </a:solidFill>
                <a:latin typeface="Segoe UI"/>
                <a:ea typeface="Segoe UI"/>
                <a:cs typeface="Segoe UI"/>
              </a:defRPr>
            </a:lvl4pPr>
            <a:lvl5pPr>
              <a:defRPr sz="1650" b="0">
                <a:solidFill>
                  <a:srgbClr val="586B7D"/>
                </a:solidFill>
                <a:latin typeface="Segoe UI"/>
                <a:ea typeface="Segoe UI"/>
                <a:cs typeface="Segoe UI"/>
              </a:defRPr>
            </a:lvl5pPr>
            <a:lvl6pPr>
              <a:defRPr sz="1650" b="0">
                <a:solidFill>
                  <a:srgbClr val="586B7D"/>
                </a:solidFill>
                <a:latin typeface="Segoe UI"/>
                <a:ea typeface="Segoe UI"/>
                <a:cs typeface="Segoe UI"/>
              </a:defRPr>
            </a:lvl6pPr>
            <a:lvl7pPr>
              <a:defRPr sz="1650" b="0">
                <a:solidFill>
                  <a:srgbClr val="586B7D"/>
                </a:solidFill>
                <a:latin typeface="Segoe UI"/>
                <a:ea typeface="Segoe UI"/>
                <a:cs typeface="Segoe UI"/>
              </a:defRPr>
            </a:lvl7pPr>
            <a:lvl8pPr>
              <a:defRPr sz="1650" b="0">
                <a:solidFill>
                  <a:srgbClr val="586B7D"/>
                </a:solidFill>
                <a:latin typeface="Segoe UI"/>
                <a:ea typeface="Segoe UI"/>
                <a:cs typeface="Segoe UI"/>
              </a:defRPr>
            </a:lvl8pPr>
            <a:lvl9pPr>
              <a:defRPr sz="1650" b="0">
                <a:solidFill>
                  <a:srgbClr val="586B7D"/>
                </a:solidFill>
                <a:latin typeface="Segoe UI"/>
                <a:ea typeface="Segoe UI"/>
                <a:cs typeface="Segoe UI"/>
              </a:defRPr>
            </a:lvl9pPr>
          </a:lstStyle>
          <a:p xmlns:a="http://schemas.openxmlformats.org/drawingml/2006/main">
            <a:pPr>
              <a:defRPr sz="1650" b="0">
                <a:solidFill>
                  <a:srgbClr val="586B7D"/>
                </a:solidFill>
                <a:latin typeface="Segoe UI"/>
                <a:ea typeface="Segoe UI"/>
                <a:cs typeface="Segoe UI"/>
              </a:defRPr>
            </a:pPr>
            <a:r>
              <a:rPr sz="1650" b="0">
                <a:solidFill>
                  <a:srgbClr val="586B7D"/>
                </a:solidFill>
                <a:latin typeface="Segoe UI"/>
                <a:ea typeface="Segoe UI"/>
                <a:cs typeface="Segoe UI"/>
              </a:rPr>
              <a:t>Approval does not train a model or automatically verify the source.</a:t>
            </a:r>
          </a:p>
        </p:txBody>
      </p:sp>
    </p:spTree>
    <p:extLst>
      <p:ext uri="{BB962C8B-B14F-4D97-AF65-F5344CB8AC3E}">
        <p14:creationId xmlns:p14="http://schemas.microsoft.com/office/powerpoint/2010/main" val="1641158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C43B8875-7795-4DC1-90FD-CB1EECE0745A}"/>
              </a:ext>
            </a:extLst>
          </p:cNvPr>
          <p:cNvCxnSpPr>
            <a:stCxn xmlns:a="http://schemas.openxmlformats.org/drawingml/2006/main" id="18" idx="0"/>
            <a:endCxn xmlns:a="http://schemas.openxmlformats.org/drawingml/2006/main" id="10" idx="2"/>
          </p:cNvCxnSpPr>
          <p:nvPr/>
        </p:nvCxnSpPr>
        <p:spPr>
          <a:xfrm xmlns:a="http://schemas.openxmlformats.org/drawingml/2006/main" flipV="1">
            <a:off x="6048375" y="4381500"/>
            <a:ext cx="0" cy="762000"/>
          </a:xfrm>
          <a:prstGeom xmlns:a="http://schemas.openxmlformats.org/drawingml/2006/main" prst="straightConnector1">
            <a:avLst/>
          </a:prstGeom>
          <a:ln xmlns:a="http://schemas.openxmlformats.org/drawingml/2006/main" w="19050">
            <a:solidFill>
              <a:srgbClr val="2168A8"/>
            </a:solidFill>
            <a:prstDash val="dash"/>
            <a:headEnd type="none" w="med" len="med"/>
            <a:tailEnd type="arrow" w="med" len="med"/>
          </a:ln>
        </p:spPr>
      </p:cxnSp>
      <p:cxnSp>
        <p:nvCxnSpPr>
          <p:cNvPr id="3" name="">
            <a:extLst xmlns:a="http://schemas.openxmlformats.org/drawingml/2006/main">
              <a:ext uri="{FF2B5EF4-FFF2-40B4-BE49-F238E27FC236}">
                <a16:creationId xmlns:a16="http://schemas.microsoft.com/office/drawing/2014/main" id="{22AD6B08-194B-42FE-A54A-E50FBE10BD88}"/>
              </a:ext>
            </a:extLst>
          </p:cNvPr>
          <p:cNvCxnSpPr>
            <a:stCxn xmlns:a="http://schemas.openxmlformats.org/drawingml/2006/main" id="11" idx="2"/>
            <a:endCxn xmlns:a="http://schemas.openxmlformats.org/drawingml/2006/main" id="18" idx="3"/>
          </p:cNvCxnSpPr>
          <p:nvPr/>
        </p:nvCxnSpPr>
        <p:spPr>
          <a:xfrm xmlns:a="http://schemas.openxmlformats.org/drawingml/2006/main" flipH="1">
            <a:off x="7572375" y="4219575"/>
            <a:ext cx="2514600" cy="1209675"/>
          </a:xfrm>
          <a:prstGeom xmlns:a="http://schemas.openxmlformats.org/drawingml/2006/main" prst="bentConnector3">
            <a:avLst>
              <a:gd name="adj1" fmla="val 0"/>
            </a:avLst>
          </a:prstGeom>
          <a:ln xmlns:a="http://schemas.openxmlformats.org/drawingml/2006/main" w="19050">
            <a:solidFill>
              <a:srgbClr val="2168A8"/>
            </a:solidFill>
            <a:prstDash val="dash"/>
            <a:headEnd type="none" w="med" len="med"/>
            <a:tailEnd type="arrow" w="med" len="med"/>
          </a:ln>
        </p:spPr>
      </p:cxnSp>
      <p:cxnSp>
        <p:nvCxnSpPr>
          <p:cNvPr id="4" name="">
            <a:extLst xmlns:a="http://schemas.openxmlformats.org/drawingml/2006/main">
              <a:ext uri="{FF2B5EF4-FFF2-40B4-BE49-F238E27FC236}">
                <a16:creationId xmlns:a16="http://schemas.microsoft.com/office/drawing/2014/main" id="{7899BCEA-6292-4B1F-AB2E-67AE13EF2A76}"/>
              </a:ext>
            </a:extLst>
          </p:cNvPr>
          <p:cNvCxnSpPr>
            <a:stCxn xmlns:a="http://schemas.openxmlformats.org/drawingml/2006/main" id="10" idx="3"/>
            <a:endCxn xmlns:a="http://schemas.openxmlformats.org/drawingml/2006/main" id="11" idx="1"/>
          </p:cNvCxnSpPr>
          <p:nvPr/>
        </p:nvCxnSpPr>
        <p:spPr>
          <a:xfrm xmlns:a="http://schemas.openxmlformats.org/drawingml/2006/main">
            <a:off x="7572375" y="3386138"/>
            <a:ext cx="1095375" cy="0"/>
          </a:xfrm>
          <a:prstGeom xmlns:a="http://schemas.openxmlformats.org/drawingml/2006/main" prst="straightConnector1">
            <a:avLst/>
          </a:prstGeom>
          <a:ln xmlns:a="http://schemas.openxmlformats.org/drawingml/2006/main" w="19050">
            <a:solidFill>
              <a:srgbClr val="2168A8"/>
            </a:solidFill>
            <a:prstDash val="solid"/>
            <a:headEnd type="none" w="med" len="med"/>
            <a:tailEnd type="arrow" w="med" len="med"/>
          </a:ln>
        </p:spPr>
      </p:cxnSp>
      <p:cxnSp>
        <p:nvCxnSpPr>
          <p:cNvPr id="5" name="">
            <a:extLst xmlns:a="http://schemas.openxmlformats.org/drawingml/2006/main">
              <a:ext uri="{FF2B5EF4-FFF2-40B4-BE49-F238E27FC236}">
                <a16:creationId xmlns:a16="http://schemas.microsoft.com/office/drawing/2014/main" id="{F770A56B-1864-476F-B0BF-9C41F6FAF684}"/>
              </a:ext>
            </a:extLst>
          </p:cNvPr>
          <p:cNvCxnSpPr>
            <a:stCxn xmlns:a="http://schemas.openxmlformats.org/drawingml/2006/main" id="9" idx="3"/>
            <a:endCxn xmlns:a="http://schemas.openxmlformats.org/drawingml/2006/main" id="10" idx="1"/>
          </p:cNvCxnSpPr>
          <p:nvPr/>
        </p:nvCxnSpPr>
        <p:spPr>
          <a:xfrm xmlns:a="http://schemas.openxmlformats.org/drawingml/2006/main">
            <a:off x="3409950" y="3386138"/>
            <a:ext cx="1114425" cy="0"/>
          </a:xfrm>
          <a:prstGeom xmlns:a="http://schemas.openxmlformats.org/drawingml/2006/main" prst="straightConnector1">
            <a:avLst/>
          </a:prstGeom>
          <a:ln xmlns:a="http://schemas.openxmlformats.org/drawingml/2006/main" w="19050">
            <a:solidFill>
              <a:srgbClr val="2168A8"/>
            </a:solidFill>
            <a:prstDash val="solid"/>
            <a:headEnd type="none" w="med" len="med"/>
            <a:tailEnd type="arrow" w="med" len="med"/>
          </a:ln>
        </p:spPr>
      </p:cxnSp>
      <p:sp>
        <p:nvSpPr>
          <p:cNvPr id="6" name="title">
            <a:extLst xmlns:a="http://schemas.openxmlformats.org/drawingml/2006/main">
              <a:ext uri="{FF2B5EF4-FFF2-40B4-BE49-F238E27FC236}">
                <a16:creationId xmlns:a16="http://schemas.microsoft.com/office/drawing/2014/main" id="{C78C0E48-2EEF-4CE5-A811-7919E2183A06}"/>
              </a:ext>
            </a:extLst>
          </p:cNvPr>
          <p:cNvSpPr>
            <a:spLocks xmlns:a="http://schemas.openxmlformats.org/drawingml/2006/main" noGrp="1"/>
          </p:cNvSpPr>
          <p:nvPr/>
        </p:nvSpPr>
        <p:spPr>
          <a:xfrm xmlns:a="http://schemas.openxmlformats.org/drawingml/2006/main">
            <a:off x="685800" y="6191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7344F"/>
                </a:solidFill>
                <a:latin typeface="Segoe UI"/>
                <a:ea typeface="Segoe UI"/>
                <a:cs typeface="Segoe UI"/>
              </a:defRPr>
            </a:defPPr>
            <a:lvl1pPr>
              <a:defRPr sz="3450" b="1">
                <a:solidFill>
                  <a:srgbClr val="17344F"/>
                </a:solidFill>
                <a:latin typeface="Segoe UI"/>
                <a:ea typeface="Segoe UI"/>
                <a:cs typeface="Segoe UI"/>
              </a:defRPr>
            </a:lvl1pPr>
            <a:lvl2pPr>
              <a:defRPr sz="3450" b="1">
                <a:solidFill>
                  <a:srgbClr val="17344F"/>
                </a:solidFill>
                <a:latin typeface="Segoe UI"/>
                <a:ea typeface="Segoe UI"/>
                <a:cs typeface="Segoe UI"/>
              </a:defRPr>
            </a:lvl2pPr>
            <a:lvl3pPr>
              <a:defRPr sz="3450" b="1">
                <a:solidFill>
                  <a:srgbClr val="17344F"/>
                </a:solidFill>
                <a:latin typeface="Segoe UI"/>
                <a:ea typeface="Segoe UI"/>
                <a:cs typeface="Segoe UI"/>
              </a:defRPr>
            </a:lvl3pPr>
            <a:lvl4pPr>
              <a:defRPr sz="3450" b="1">
                <a:solidFill>
                  <a:srgbClr val="17344F"/>
                </a:solidFill>
                <a:latin typeface="Segoe UI"/>
                <a:ea typeface="Segoe UI"/>
                <a:cs typeface="Segoe UI"/>
              </a:defRPr>
            </a:lvl4pPr>
            <a:lvl5pPr>
              <a:defRPr sz="3450" b="1">
                <a:solidFill>
                  <a:srgbClr val="17344F"/>
                </a:solidFill>
                <a:latin typeface="Segoe UI"/>
                <a:ea typeface="Segoe UI"/>
                <a:cs typeface="Segoe UI"/>
              </a:defRPr>
            </a:lvl5pPr>
            <a:lvl6pPr>
              <a:defRPr sz="3450" b="1">
                <a:solidFill>
                  <a:srgbClr val="17344F"/>
                </a:solidFill>
                <a:latin typeface="Segoe UI"/>
                <a:ea typeface="Segoe UI"/>
                <a:cs typeface="Segoe UI"/>
              </a:defRPr>
            </a:lvl6pPr>
            <a:lvl7pPr>
              <a:defRPr sz="3450" b="1">
                <a:solidFill>
                  <a:srgbClr val="17344F"/>
                </a:solidFill>
                <a:latin typeface="Segoe UI"/>
                <a:ea typeface="Segoe UI"/>
                <a:cs typeface="Segoe UI"/>
              </a:defRPr>
            </a:lvl7pPr>
            <a:lvl8pPr>
              <a:defRPr sz="3450" b="1">
                <a:solidFill>
                  <a:srgbClr val="17344F"/>
                </a:solidFill>
                <a:latin typeface="Segoe UI"/>
                <a:ea typeface="Segoe UI"/>
                <a:cs typeface="Segoe UI"/>
              </a:defRPr>
            </a:lvl8pPr>
            <a:lvl9pPr>
              <a:defRPr sz="3450" b="1">
                <a:solidFill>
                  <a:srgbClr val="17344F"/>
                </a:solidFill>
                <a:latin typeface="Segoe UI"/>
                <a:ea typeface="Segoe UI"/>
                <a:cs typeface="Segoe UI"/>
              </a:defRPr>
            </a:lvl9pPr>
          </a:lstStyle>
          <a:p xmlns:a="http://schemas.openxmlformats.org/drawingml/2006/main">
            <a:pPr>
              <a:defRPr sz="3450" b="1">
                <a:solidFill>
                  <a:srgbClr val="17344F"/>
                </a:solidFill>
                <a:latin typeface="Segoe UI"/>
                <a:ea typeface="Segoe UI"/>
                <a:cs typeface="Segoe UI"/>
              </a:defRPr>
            </a:pPr>
            <a:r>
              <a:rPr sz="3450" b="1">
                <a:solidFill>
                  <a:srgbClr val="17344F"/>
                </a:solidFill>
                <a:latin typeface="Segoe UI"/>
                <a:ea typeface="Segoe UI"/>
                <a:cs typeface="Segoe UI"/>
              </a:rPr>
              <a:t>Future recommendation engine</a:t>
            </a:r>
          </a:p>
        </p:txBody>
      </p:sp>
      <p:sp>
        <p:nvSpPr>
          <p:cNvPr id="7" name="subtitle">
            <a:extLst xmlns:a="http://schemas.openxmlformats.org/drawingml/2006/main">
              <a:ext uri="{FF2B5EF4-FFF2-40B4-BE49-F238E27FC236}">
                <a16:creationId xmlns:a16="http://schemas.microsoft.com/office/drawing/2014/main" id="{91FFD598-7EBA-46E6-B81C-E2DEF64B747D}"/>
              </a:ext>
            </a:extLst>
          </p:cNvPr>
          <p:cNvSpPr>
            <a:spLocks xmlns:a="http://schemas.openxmlformats.org/drawingml/2006/main" noGrp="1"/>
          </p:cNvSpPr>
          <p:nvPr/>
        </p:nvSpPr>
        <p:spPr>
          <a:xfrm xmlns:a="http://schemas.openxmlformats.org/drawingml/2006/main">
            <a:off x="704850" y="14097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86B7D"/>
                </a:solidFill>
                <a:latin typeface="Segoe UI"/>
                <a:ea typeface="Segoe UI"/>
                <a:cs typeface="Segoe UI"/>
              </a:defRPr>
            </a:defPPr>
            <a:lvl1pPr>
              <a:defRPr sz="1875" b="0">
                <a:solidFill>
                  <a:srgbClr val="586B7D"/>
                </a:solidFill>
                <a:latin typeface="Segoe UI"/>
                <a:ea typeface="Segoe UI"/>
                <a:cs typeface="Segoe UI"/>
              </a:defRPr>
            </a:lvl1pPr>
            <a:lvl2pPr>
              <a:defRPr sz="1875" b="0">
                <a:solidFill>
                  <a:srgbClr val="586B7D"/>
                </a:solidFill>
                <a:latin typeface="Segoe UI"/>
                <a:ea typeface="Segoe UI"/>
                <a:cs typeface="Segoe UI"/>
              </a:defRPr>
            </a:lvl2pPr>
            <a:lvl3pPr>
              <a:defRPr sz="1875" b="0">
                <a:solidFill>
                  <a:srgbClr val="586B7D"/>
                </a:solidFill>
                <a:latin typeface="Segoe UI"/>
                <a:ea typeface="Segoe UI"/>
                <a:cs typeface="Segoe UI"/>
              </a:defRPr>
            </a:lvl3pPr>
            <a:lvl4pPr>
              <a:defRPr sz="1875" b="0">
                <a:solidFill>
                  <a:srgbClr val="586B7D"/>
                </a:solidFill>
                <a:latin typeface="Segoe UI"/>
                <a:ea typeface="Segoe UI"/>
                <a:cs typeface="Segoe UI"/>
              </a:defRPr>
            </a:lvl4pPr>
            <a:lvl5pPr>
              <a:defRPr sz="1875" b="0">
                <a:solidFill>
                  <a:srgbClr val="586B7D"/>
                </a:solidFill>
                <a:latin typeface="Segoe UI"/>
                <a:ea typeface="Segoe UI"/>
                <a:cs typeface="Segoe UI"/>
              </a:defRPr>
            </a:lvl5pPr>
            <a:lvl6pPr>
              <a:defRPr sz="1875" b="0">
                <a:solidFill>
                  <a:srgbClr val="586B7D"/>
                </a:solidFill>
                <a:latin typeface="Segoe UI"/>
                <a:ea typeface="Segoe UI"/>
                <a:cs typeface="Segoe UI"/>
              </a:defRPr>
            </a:lvl6pPr>
            <a:lvl7pPr>
              <a:defRPr sz="1875" b="0">
                <a:solidFill>
                  <a:srgbClr val="586B7D"/>
                </a:solidFill>
                <a:latin typeface="Segoe UI"/>
                <a:ea typeface="Segoe UI"/>
                <a:cs typeface="Segoe UI"/>
              </a:defRPr>
            </a:lvl7pPr>
            <a:lvl8pPr>
              <a:defRPr sz="1875" b="0">
                <a:solidFill>
                  <a:srgbClr val="586B7D"/>
                </a:solidFill>
                <a:latin typeface="Segoe UI"/>
                <a:ea typeface="Segoe UI"/>
                <a:cs typeface="Segoe UI"/>
              </a:defRPr>
            </a:lvl8pPr>
            <a:lvl9pPr>
              <a:defRPr sz="1875" b="0">
                <a:solidFill>
                  <a:srgbClr val="586B7D"/>
                </a:solidFill>
                <a:latin typeface="Segoe UI"/>
                <a:ea typeface="Segoe UI"/>
                <a:cs typeface="Segoe UI"/>
              </a:defRPr>
            </a:lvl9pPr>
          </a:lstStyle>
          <a:p xmlns:a="http://schemas.openxmlformats.org/drawingml/2006/main">
            <a:pPr>
              <a:defRPr sz="1875" b="0">
                <a:solidFill>
                  <a:srgbClr val="586B7D"/>
                </a:solidFill>
                <a:latin typeface="Segoe UI"/>
                <a:ea typeface="Segoe UI"/>
                <a:cs typeface="Segoe UI"/>
              </a:defRPr>
            </a:pPr>
            <a:r>
              <a:rPr sz="1875" b="0">
                <a:solidFill>
                  <a:srgbClr val="586B7D"/>
                </a:solidFill>
                <a:latin typeface="Segoe UI"/>
                <a:ea typeface="Segoe UI"/>
                <a:cs typeface="Segoe UI"/>
              </a:rPr>
              <a:t>Supplier context and human feedback could improve relevance</a:t>
            </a:r>
          </a:p>
        </p:txBody>
      </p:sp>
      <p:sp>
        <p:nvSpPr>
          <p:cNvPr id="8" name="page-number">
            <a:extLst xmlns:a="http://schemas.openxmlformats.org/drawingml/2006/main">
              <a:ext uri="{FF2B5EF4-FFF2-40B4-BE49-F238E27FC236}">
                <a16:creationId xmlns:a16="http://schemas.microsoft.com/office/drawing/2014/main" id="{207E5648-C0C2-456A-AB1E-B0D2DC5865B7}"/>
              </a:ext>
            </a:extLst>
          </p:cNvPr>
          <p:cNvSpPr>
            <a:spLocks xmlns:a="http://schemas.openxmlformats.org/drawingml/2006/main" noGrp="1"/>
          </p:cNvSpPr>
          <p:nvPr/>
        </p:nvSpPr>
        <p:spPr>
          <a:xfrm xmlns:a="http://schemas.openxmlformats.org/drawingml/2006/main">
            <a:off x="1106805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B7D"/>
                </a:solidFill>
                <a:latin typeface="Segoe UI"/>
                <a:ea typeface="Segoe UI"/>
                <a:cs typeface="Segoe UI"/>
              </a:defRPr>
            </a:defPPr>
            <a:lvl1pPr>
              <a:defRPr sz="1350" b="0">
                <a:solidFill>
                  <a:srgbClr val="586B7D"/>
                </a:solidFill>
                <a:latin typeface="Segoe UI"/>
                <a:ea typeface="Segoe UI"/>
                <a:cs typeface="Segoe UI"/>
              </a:defRPr>
            </a:lvl1pPr>
            <a:lvl2pPr>
              <a:defRPr sz="1350" b="0">
                <a:solidFill>
                  <a:srgbClr val="586B7D"/>
                </a:solidFill>
                <a:latin typeface="Segoe UI"/>
                <a:ea typeface="Segoe UI"/>
                <a:cs typeface="Segoe UI"/>
              </a:defRPr>
            </a:lvl2pPr>
            <a:lvl3pPr>
              <a:defRPr sz="1350" b="0">
                <a:solidFill>
                  <a:srgbClr val="586B7D"/>
                </a:solidFill>
                <a:latin typeface="Segoe UI"/>
                <a:ea typeface="Segoe UI"/>
                <a:cs typeface="Segoe UI"/>
              </a:defRPr>
            </a:lvl3pPr>
            <a:lvl4pPr>
              <a:defRPr sz="1350" b="0">
                <a:solidFill>
                  <a:srgbClr val="586B7D"/>
                </a:solidFill>
                <a:latin typeface="Segoe UI"/>
                <a:ea typeface="Segoe UI"/>
                <a:cs typeface="Segoe UI"/>
              </a:defRPr>
            </a:lvl4pPr>
            <a:lvl5pPr>
              <a:defRPr sz="1350" b="0">
                <a:solidFill>
                  <a:srgbClr val="586B7D"/>
                </a:solidFill>
                <a:latin typeface="Segoe UI"/>
                <a:ea typeface="Segoe UI"/>
                <a:cs typeface="Segoe UI"/>
              </a:defRPr>
            </a:lvl5pPr>
            <a:lvl6pPr>
              <a:defRPr sz="1350" b="0">
                <a:solidFill>
                  <a:srgbClr val="586B7D"/>
                </a:solidFill>
                <a:latin typeface="Segoe UI"/>
                <a:ea typeface="Segoe UI"/>
                <a:cs typeface="Segoe UI"/>
              </a:defRPr>
            </a:lvl6pPr>
            <a:lvl7pPr>
              <a:defRPr sz="1350" b="0">
                <a:solidFill>
                  <a:srgbClr val="586B7D"/>
                </a:solidFill>
                <a:latin typeface="Segoe UI"/>
                <a:ea typeface="Segoe UI"/>
                <a:cs typeface="Segoe UI"/>
              </a:defRPr>
            </a:lvl7pPr>
            <a:lvl8pPr>
              <a:defRPr sz="1350" b="0">
                <a:solidFill>
                  <a:srgbClr val="586B7D"/>
                </a:solidFill>
                <a:latin typeface="Segoe UI"/>
                <a:ea typeface="Segoe UI"/>
                <a:cs typeface="Segoe UI"/>
              </a:defRPr>
            </a:lvl8pPr>
            <a:lvl9pPr>
              <a:defRPr sz="1350" b="0">
                <a:solidFill>
                  <a:srgbClr val="586B7D"/>
                </a:solidFill>
                <a:latin typeface="Segoe UI"/>
                <a:ea typeface="Segoe UI"/>
                <a:cs typeface="Segoe UI"/>
              </a:defRPr>
            </a:lvl9pPr>
          </a:lstStyle>
          <a:p xmlns:a="http://schemas.openxmlformats.org/drawingml/2006/main">
            <a:pPr>
              <a:defRPr sz="1350" b="0">
                <a:solidFill>
                  <a:srgbClr val="586B7D"/>
                </a:solidFill>
                <a:latin typeface="Segoe UI"/>
                <a:ea typeface="Segoe UI"/>
                <a:cs typeface="Segoe UI"/>
              </a:defRPr>
            </a:pPr>
            <a:r>
              <a:rPr sz="1350" b="0">
                <a:solidFill>
                  <a:srgbClr val="586B7D"/>
                </a:solidFill>
                <a:latin typeface="Segoe UI"/>
                <a:ea typeface="Segoe UI"/>
                <a:cs typeface="Segoe UI"/>
              </a:rPr>
              <a:t>04</a:t>
            </a:r>
          </a:p>
        </p:txBody>
      </p:sp>
      <p:sp>
        <p:nvSpPr>
          <p:cNvPr id="9" name="supplier-context">
            <a:extLst xmlns:a="http://schemas.openxmlformats.org/drawingml/2006/main">
              <a:ext uri="{FF2B5EF4-FFF2-40B4-BE49-F238E27FC236}">
                <a16:creationId xmlns:a16="http://schemas.microsoft.com/office/drawing/2014/main" id="{35BEDCB3-D1D1-47F7-96EA-EB18A838F41B}"/>
              </a:ext>
            </a:extLst>
          </p:cNvPr>
          <p:cNvSpPr>
            <a:spLocks xmlns:a="http://schemas.openxmlformats.org/drawingml/2006/main" noGrp="1"/>
          </p:cNvSpPr>
          <p:nvPr/>
        </p:nvSpPr>
        <p:spPr>
          <a:xfrm xmlns:a="http://schemas.openxmlformats.org/drawingml/2006/main">
            <a:off x="685800" y="2552700"/>
            <a:ext cx="2724150" cy="1666875"/>
          </a:xfrm>
          <a:prstGeom xmlns:a="http://schemas.openxmlformats.org/drawingml/2006/main" prst="rect">
            <a:avLst/>
          </a:prstGeom>
          <a:noFill xmlns:a="http://schemas.openxmlformats.org/drawingml/2006/main"/>
          <a:ln xmlns:a="http://schemas.openxmlformats.org/drawingml/2006/main" w="0">
            <a:noFill/>
          </a:ln>
        </p:spPr>
      </p:sp>
      <p:sp>
        <p:nvSpPr>
          <p:cNvPr id="10" name="personalized-action">
            <a:extLst xmlns:a="http://schemas.openxmlformats.org/drawingml/2006/main">
              <a:ext uri="{FF2B5EF4-FFF2-40B4-BE49-F238E27FC236}">
                <a16:creationId xmlns:a16="http://schemas.microsoft.com/office/drawing/2014/main" id="{AE4B0518-7745-45CA-88AC-A58D6CD3CD25}"/>
              </a:ext>
            </a:extLst>
          </p:cNvPr>
          <p:cNvSpPr>
            <a:spLocks xmlns:a="http://schemas.openxmlformats.org/drawingml/2006/main" noGrp="1"/>
          </p:cNvSpPr>
          <p:nvPr/>
        </p:nvSpPr>
        <p:spPr>
          <a:xfrm xmlns:a="http://schemas.openxmlformats.org/drawingml/2006/main">
            <a:off x="4524375" y="2390775"/>
            <a:ext cx="3048000" cy="1990725"/>
          </a:xfrm>
          <a:prstGeom xmlns:a="http://schemas.openxmlformats.org/drawingml/2006/main" prst="rect">
            <a:avLst/>
          </a:prstGeom>
          <a:solidFill xmlns:a="http://schemas.openxmlformats.org/drawingml/2006/main">
            <a:srgbClr val="EDF3F9"/>
          </a:solidFill>
          <a:ln xmlns:a="http://schemas.openxmlformats.org/drawingml/2006/main" w="0">
            <a:noFill/>
          </a:ln>
        </p:spPr>
      </p:sp>
      <p:sp>
        <p:nvSpPr>
          <p:cNvPr id="11" name="sales-feedback">
            <a:extLst xmlns:a="http://schemas.openxmlformats.org/drawingml/2006/main">
              <a:ext uri="{FF2B5EF4-FFF2-40B4-BE49-F238E27FC236}">
                <a16:creationId xmlns:a16="http://schemas.microsoft.com/office/drawing/2014/main" id="{14B5A87B-4B17-4C5C-80C8-821AB834BDF1}"/>
              </a:ext>
            </a:extLst>
          </p:cNvPr>
          <p:cNvSpPr>
            <a:spLocks xmlns:a="http://schemas.openxmlformats.org/drawingml/2006/main" noGrp="1"/>
          </p:cNvSpPr>
          <p:nvPr/>
        </p:nvSpPr>
        <p:spPr>
          <a:xfrm xmlns:a="http://schemas.openxmlformats.org/drawingml/2006/main">
            <a:off x="8667750" y="2552700"/>
            <a:ext cx="2838450" cy="1666875"/>
          </a:xfrm>
          <a:prstGeom xmlns:a="http://schemas.openxmlformats.org/drawingml/2006/main" prst="rect">
            <a:avLst/>
          </a:prstGeom>
          <a:noFill xmlns:a="http://schemas.openxmlformats.org/drawingml/2006/main"/>
          <a:ln xmlns:a="http://schemas.openxmlformats.org/drawingml/2006/main" w="0">
            <a:noFill/>
          </a:ln>
        </p:spPr>
      </p:sp>
      <p:sp>
        <p:nvSpPr>
          <p:cNvPr id="12" name="context-title">
            <a:extLst xmlns:a="http://schemas.openxmlformats.org/drawingml/2006/main">
              <a:ext uri="{FF2B5EF4-FFF2-40B4-BE49-F238E27FC236}">
                <a16:creationId xmlns:a16="http://schemas.microsoft.com/office/drawing/2014/main" id="{0ED594CC-D95F-4414-B39C-6C84927E52DC}"/>
              </a:ext>
            </a:extLst>
          </p:cNvPr>
          <p:cNvSpPr>
            <a:spLocks xmlns:a="http://schemas.openxmlformats.org/drawingml/2006/main" noGrp="1"/>
          </p:cNvSpPr>
          <p:nvPr/>
        </p:nvSpPr>
        <p:spPr>
          <a:xfrm xmlns:a="http://schemas.openxmlformats.org/drawingml/2006/main">
            <a:off x="685800" y="2657475"/>
            <a:ext cx="2781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44F"/>
                </a:solidFill>
                <a:latin typeface="Segoe UI"/>
                <a:ea typeface="Segoe UI"/>
                <a:cs typeface="Segoe UI"/>
              </a:defRPr>
            </a:defPPr>
            <a:lvl1pPr>
              <a:defRPr sz="2250" b="1">
                <a:solidFill>
                  <a:srgbClr val="17344F"/>
                </a:solidFill>
                <a:latin typeface="Segoe UI"/>
                <a:ea typeface="Segoe UI"/>
                <a:cs typeface="Segoe UI"/>
              </a:defRPr>
            </a:lvl1pPr>
            <a:lvl2pPr>
              <a:defRPr sz="2250" b="1">
                <a:solidFill>
                  <a:srgbClr val="17344F"/>
                </a:solidFill>
                <a:latin typeface="Segoe UI"/>
                <a:ea typeface="Segoe UI"/>
                <a:cs typeface="Segoe UI"/>
              </a:defRPr>
            </a:lvl2pPr>
            <a:lvl3pPr>
              <a:defRPr sz="2250" b="1">
                <a:solidFill>
                  <a:srgbClr val="17344F"/>
                </a:solidFill>
                <a:latin typeface="Segoe UI"/>
                <a:ea typeface="Segoe UI"/>
                <a:cs typeface="Segoe UI"/>
              </a:defRPr>
            </a:lvl3pPr>
            <a:lvl4pPr>
              <a:defRPr sz="2250" b="1">
                <a:solidFill>
                  <a:srgbClr val="17344F"/>
                </a:solidFill>
                <a:latin typeface="Segoe UI"/>
                <a:ea typeface="Segoe UI"/>
                <a:cs typeface="Segoe UI"/>
              </a:defRPr>
            </a:lvl4pPr>
            <a:lvl5pPr>
              <a:defRPr sz="2250" b="1">
                <a:solidFill>
                  <a:srgbClr val="17344F"/>
                </a:solidFill>
                <a:latin typeface="Segoe UI"/>
                <a:ea typeface="Segoe UI"/>
                <a:cs typeface="Segoe UI"/>
              </a:defRPr>
            </a:lvl5pPr>
            <a:lvl6pPr>
              <a:defRPr sz="2250" b="1">
                <a:solidFill>
                  <a:srgbClr val="17344F"/>
                </a:solidFill>
                <a:latin typeface="Segoe UI"/>
                <a:ea typeface="Segoe UI"/>
                <a:cs typeface="Segoe UI"/>
              </a:defRPr>
            </a:lvl6pPr>
            <a:lvl7pPr>
              <a:defRPr sz="2250" b="1">
                <a:solidFill>
                  <a:srgbClr val="17344F"/>
                </a:solidFill>
                <a:latin typeface="Segoe UI"/>
                <a:ea typeface="Segoe UI"/>
                <a:cs typeface="Segoe UI"/>
              </a:defRPr>
            </a:lvl7pPr>
            <a:lvl8pPr>
              <a:defRPr sz="2250" b="1">
                <a:solidFill>
                  <a:srgbClr val="17344F"/>
                </a:solidFill>
                <a:latin typeface="Segoe UI"/>
                <a:ea typeface="Segoe UI"/>
                <a:cs typeface="Segoe UI"/>
              </a:defRPr>
            </a:lvl8pPr>
            <a:lvl9pPr>
              <a:defRPr sz="2250" b="1">
                <a:solidFill>
                  <a:srgbClr val="17344F"/>
                </a:solidFill>
                <a:latin typeface="Segoe UI"/>
                <a:ea typeface="Segoe UI"/>
                <a:cs typeface="Segoe UI"/>
              </a:defRPr>
            </a:lvl9pPr>
          </a:lstStyle>
          <a:p xmlns:a="http://schemas.openxmlformats.org/drawingml/2006/main">
            <a:pPr>
              <a:defRPr sz="2250" b="1">
                <a:solidFill>
                  <a:srgbClr val="17344F"/>
                </a:solidFill>
                <a:latin typeface="Segoe UI"/>
                <a:ea typeface="Segoe UI"/>
                <a:cs typeface="Segoe UI"/>
              </a:defRPr>
            </a:pPr>
            <a:r>
              <a:rPr sz="2250" b="1">
                <a:solidFill>
                  <a:srgbClr val="17344F"/>
                </a:solidFill>
                <a:latin typeface="Segoe UI"/>
                <a:ea typeface="Segoe UI"/>
                <a:cs typeface="Segoe UI"/>
              </a:rPr>
              <a:t>Supplier context</a:t>
            </a:r>
          </a:p>
        </p:txBody>
      </p:sp>
      <p:sp>
        <p:nvSpPr>
          <p:cNvPr id="13" name="context-body">
            <a:extLst xmlns:a="http://schemas.openxmlformats.org/drawingml/2006/main">
              <a:ext uri="{FF2B5EF4-FFF2-40B4-BE49-F238E27FC236}">
                <a16:creationId xmlns:a16="http://schemas.microsoft.com/office/drawing/2014/main" id="{21E0424C-0602-46FF-BE2F-386FEC9478F7}"/>
              </a:ext>
            </a:extLst>
          </p:cNvPr>
          <p:cNvSpPr>
            <a:spLocks xmlns:a="http://schemas.openxmlformats.org/drawingml/2006/main" noGrp="1"/>
          </p:cNvSpPr>
          <p:nvPr/>
        </p:nvSpPr>
        <p:spPr>
          <a:xfrm xmlns:a="http://schemas.openxmlformats.org/drawingml/2006/main">
            <a:off x="685800" y="3257550"/>
            <a:ext cx="2724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B7D"/>
                </a:solidFill>
                <a:latin typeface="Segoe UI"/>
                <a:ea typeface="Segoe UI"/>
                <a:cs typeface="Segoe UI"/>
              </a:defRPr>
            </a:defPPr>
            <a:lvl1pPr>
              <a:defRPr sz="1800" b="0">
                <a:solidFill>
                  <a:srgbClr val="586B7D"/>
                </a:solidFill>
                <a:latin typeface="Segoe UI"/>
                <a:ea typeface="Segoe UI"/>
                <a:cs typeface="Segoe UI"/>
              </a:defRPr>
            </a:lvl1pPr>
            <a:lvl2pPr>
              <a:defRPr sz="1800" b="0">
                <a:solidFill>
                  <a:srgbClr val="586B7D"/>
                </a:solidFill>
                <a:latin typeface="Segoe UI"/>
                <a:ea typeface="Segoe UI"/>
                <a:cs typeface="Segoe UI"/>
              </a:defRPr>
            </a:lvl2pPr>
            <a:lvl3pPr>
              <a:defRPr sz="1800" b="0">
                <a:solidFill>
                  <a:srgbClr val="586B7D"/>
                </a:solidFill>
                <a:latin typeface="Segoe UI"/>
                <a:ea typeface="Segoe UI"/>
                <a:cs typeface="Segoe UI"/>
              </a:defRPr>
            </a:lvl3pPr>
            <a:lvl4pPr>
              <a:defRPr sz="1800" b="0">
                <a:solidFill>
                  <a:srgbClr val="586B7D"/>
                </a:solidFill>
                <a:latin typeface="Segoe UI"/>
                <a:ea typeface="Segoe UI"/>
                <a:cs typeface="Segoe UI"/>
              </a:defRPr>
            </a:lvl4pPr>
            <a:lvl5pPr>
              <a:defRPr sz="1800" b="0">
                <a:solidFill>
                  <a:srgbClr val="586B7D"/>
                </a:solidFill>
                <a:latin typeface="Segoe UI"/>
                <a:ea typeface="Segoe UI"/>
                <a:cs typeface="Segoe UI"/>
              </a:defRPr>
            </a:lvl5pPr>
            <a:lvl6pPr>
              <a:defRPr sz="1800" b="0">
                <a:solidFill>
                  <a:srgbClr val="586B7D"/>
                </a:solidFill>
                <a:latin typeface="Segoe UI"/>
                <a:ea typeface="Segoe UI"/>
                <a:cs typeface="Segoe UI"/>
              </a:defRPr>
            </a:lvl6pPr>
            <a:lvl7pPr>
              <a:defRPr sz="1800" b="0">
                <a:solidFill>
                  <a:srgbClr val="586B7D"/>
                </a:solidFill>
                <a:latin typeface="Segoe UI"/>
                <a:ea typeface="Segoe UI"/>
                <a:cs typeface="Segoe UI"/>
              </a:defRPr>
            </a:lvl7pPr>
            <a:lvl8pPr>
              <a:defRPr sz="1800" b="0">
                <a:solidFill>
                  <a:srgbClr val="586B7D"/>
                </a:solidFill>
                <a:latin typeface="Segoe UI"/>
                <a:ea typeface="Segoe UI"/>
                <a:cs typeface="Segoe UI"/>
              </a:defRPr>
            </a:lvl8pPr>
            <a:lvl9pPr>
              <a:defRPr sz="1800" b="0">
                <a:solidFill>
                  <a:srgbClr val="586B7D"/>
                </a:solidFill>
                <a:latin typeface="Segoe UI"/>
                <a:ea typeface="Segoe UI"/>
                <a:cs typeface="Segoe UI"/>
              </a:defRPr>
            </a:lvl9pPr>
          </a:lstStyle>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Products, territory</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and followed IDNs</a:t>
            </a:r>
          </a:p>
        </p:txBody>
      </p:sp>
      <p:sp>
        <p:nvSpPr>
          <p:cNvPr id="14" name="action-title">
            <a:extLst xmlns:a="http://schemas.openxmlformats.org/drawingml/2006/main">
              <a:ext uri="{FF2B5EF4-FFF2-40B4-BE49-F238E27FC236}">
                <a16:creationId xmlns:a16="http://schemas.microsoft.com/office/drawing/2014/main" id="{B41FBED6-1B53-40AA-9E00-055C6C8EF3DD}"/>
              </a:ext>
            </a:extLst>
          </p:cNvPr>
          <p:cNvSpPr>
            <a:spLocks xmlns:a="http://schemas.openxmlformats.org/drawingml/2006/main" noGrp="1"/>
          </p:cNvSpPr>
          <p:nvPr/>
        </p:nvSpPr>
        <p:spPr>
          <a:xfrm xmlns:a="http://schemas.openxmlformats.org/drawingml/2006/main">
            <a:off x="4752975" y="2676525"/>
            <a:ext cx="2619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344F"/>
                </a:solidFill>
                <a:latin typeface="Segoe UI"/>
                <a:ea typeface="Segoe UI"/>
                <a:cs typeface="Segoe UI"/>
              </a:defRPr>
            </a:defPPr>
            <a:lvl1pPr>
              <a:defRPr sz="2250" b="1">
                <a:solidFill>
                  <a:srgbClr val="17344F"/>
                </a:solidFill>
                <a:latin typeface="Segoe UI"/>
                <a:ea typeface="Segoe UI"/>
                <a:cs typeface="Segoe UI"/>
              </a:defRPr>
            </a:lvl1pPr>
            <a:lvl2pPr>
              <a:defRPr sz="2250" b="1">
                <a:solidFill>
                  <a:srgbClr val="17344F"/>
                </a:solidFill>
                <a:latin typeface="Segoe UI"/>
                <a:ea typeface="Segoe UI"/>
                <a:cs typeface="Segoe UI"/>
              </a:defRPr>
            </a:lvl2pPr>
            <a:lvl3pPr>
              <a:defRPr sz="2250" b="1">
                <a:solidFill>
                  <a:srgbClr val="17344F"/>
                </a:solidFill>
                <a:latin typeface="Segoe UI"/>
                <a:ea typeface="Segoe UI"/>
                <a:cs typeface="Segoe UI"/>
              </a:defRPr>
            </a:lvl3pPr>
            <a:lvl4pPr>
              <a:defRPr sz="2250" b="1">
                <a:solidFill>
                  <a:srgbClr val="17344F"/>
                </a:solidFill>
                <a:latin typeface="Segoe UI"/>
                <a:ea typeface="Segoe UI"/>
                <a:cs typeface="Segoe UI"/>
              </a:defRPr>
            </a:lvl4pPr>
            <a:lvl5pPr>
              <a:defRPr sz="2250" b="1">
                <a:solidFill>
                  <a:srgbClr val="17344F"/>
                </a:solidFill>
                <a:latin typeface="Segoe UI"/>
                <a:ea typeface="Segoe UI"/>
                <a:cs typeface="Segoe UI"/>
              </a:defRPr>
            </a:lvl5pPr>
            <a:lvl6pPr>
              <a:defRPr sz="2250" b="1">
                <a:solidFill>
                  <a:srgbClr val="17344F"/>
                </a:solidFill>
                <a:latin typeface="Segoe UI"/>
                <a:ea typeface="Segoe UI"/>
                <a:cs typeface="Segoe UI"/>
              </a:defRPr>
            </a:lvl6pPr>
            <a:lvl7pPr>
              <a:defRPr sz="2250" b="1">
                <a:solidFill>
                  <a:srgbClr val="17344F"/>
                </a:solidFill>
                <a:latin typeface="Segoe UI"/>
                <a:ea typeface="Segoe UI"/>
                <a:cs typeface="Segoe UI"/>
              </a:defRPr>
            </a:lvl7pPr>
            <a:lvl8pPr>
              <a:defRPr sz="2250" b="1">
                <a:solidFill>
                  <a:srgbClr val="17344F"/>
                </a:solidFill>
                <a:latin typeface="Segoe UI"/>
                <a:ea typeface="Segoe UI"/>
                <a:cs typeface="Segoe UI"/>
              </a:defRPr>
            </a:lvl8pPr>
            <a:lvl9pPr>
              <a:defRPr sz="2250" b="1">
                <a:solidFill>
                  <a:srgbClr val="17344F"/>
                </a:solidFill>
                <a:latin typeface="Segoe UI"/>
                <a:ea typeface="Segoe UI"/>
                <a:cs typeface="Segoe UI"/>
              </a:defRPr>
            </a:lvl9pPr>
          </a:lstStyle>
          <a:p xmlns:a="http://schemas.openxmlformats.org/drawingml/2006/main">
            <a:pPr>
              <a:defRPr sz="2250" b="1">
                <a:solidFill>
                  <a:srgbClr val="17344F"/>
                </a:solidFill>
                <a:latin typeface="Segoe UI"/>
                <a:ea typeface="Segoe UI"/>
                <a:cs typeface="Segoe UI"/>
              </a:defRPr>
            </a:pPr>
            <a:r>
              <a:rPr sz="2250" b="1">
                <a:solidFill>
                  <a:srgbClr val="17344F"/>
                </a:solidFill>
                <a:latin typeface="Segoe UI"/>
                <a:ea typeface="Segoe UI"/>
                <a:cs typeface="Segoe UI"/>
              </a:rPr>
              <a:t>Suggested actions</a:t>
            </a:r>
          </a:p>
        </p:txBody>
      </p:sp>
      <p:sp>
        <p:nvSpPr>
          <p:cNvPr id="15" name="action-body">
            <a:extLst xmlns:a="http://schemas.openxmlformats.org/drawingml/2006/main">
              <a:ext uri="{FF2B5EF4-FFF2-40B4-BE49-F238E27FC236}">
                <a16:creationId xmlns:a16="http://schemas.microsoft.com/office/drawing/2014/main" id="{9BA02B9A-7A47-414C-B398-1BBE3239FF91}"/>
              </a:ext>
            </a:extLst>
          </p:cNvPr>
          <p:cNvSpPr>
            <a:spLocks xmlns:a="http://schemas.openxmlformats.org/drawingml/2006/main" noGrp="1"/>
          </p:cNvSpPr>
          <p:nvPr/>
        </p:nvSpPr>
        <p:spPr>
          <a:xfrm xmlns:a="http://schemas.openxmlformats.org/drawingml/2006/main">
            <a:off x="4752975" y="3295650"/>
            <a:ext cx="2619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B7D"/>
                </a:solidFill>
                <a:latin typeface="Segoe UI"/>
                <a:ea typeface="Segoe UI"/>
                <a:cs typeface="Segoe UI"/>
              </a:defRPr>
            </a:defPPr>
            <a:lvl1pPr>
              <a:defRPr sz="1800" b="0">
                <a:solidFill>
                  <a:srgbClr val="586B7D"/>
                </a:solidFill>
                <a:latin typeface="Segoe UI"/>
                <a:ea typeface="Segoe UI"/>
                <a:cs typeface="Segoe UI"/>
              </a:defRPr>
            </a:lvl1pPr>
            <a:lvl2pPr>
              <a:defRPr sz="1800" b="0">
                <a:solidFill>
                  <a:srgbClr val="586B7D"/>
                </a:solidFill>
                <a:latin typeface="Segoe UI"/>
                <a:ea typeface="Segoe UI"/>
                <a:cs typeface="Segoe UI"/>
              </a:defRPr>
            </a:lvl2pPr>
            <a:lvl3pPr>
              <a:defRPr sz="1800" b="0">
                <a:solidFill>
                  <a:srgbClr val="586B7D"/>
                </a:solidFill>
                <a:latin typeface="Segoe UI"/>
                <a:ea typeface="Segoe UI"/>
                <a:cs typeface="Segoe UI"/>
              </a:defRPr>
            </a:lvl3pPr>
            <a:lvl4pPr>
              <a:defRPr sz="1800" b="0">
                <a:solidFill>
                  <a:srgbClr val="586B7D"/>
                </a:solidFill>
                <a:latin typeface="Segoe UI"/>
                <a:ea typeface="Segoe UI"/>
                <a:cs typeface="Segoe UI"/>
              </a:defRPr>
            </a:lvl4pPr>
            <a:lvl5pPr>
              <a:defRPr sz="1800" b="0">
                <a:solidFill>
                  <a:srgbClr val="586B7D"/>
                </a:solidFill>
                <a:latin typeface="Segoe UI"/>
                <a:ea typeface="Segoe UI"/>
                <a:cs typeface="Segoe UI"/>
              </a:defRPr>
            </a:lvl5pPr>
            <a:lvl6pPr>
              <a:defRPr sz="1800" b="0">
                <a:solidFill>
                  <a:srgbClr val="586B7D"/>
                </a:solidFill>
                <a:latin typeface="Segoe UI"/>
                <a:ea typeface="Segoe UI"/>
                <a:cs typeface="Segoe UI"/>
              </a:defRPr>
            </a:lvl6pPr>
            <a:lvl7pPr>
              <a:defRPr sz="1800" b="0">
                <a:solidFill>
                  <a:srgbClr val="586B7D"/>
                </a:solidFill>
                <a:latin typeface="Segoe UI"/>
                <a:ea typeface="Segoe UI"/>
                <a:cs typeface="Segoe UI"/>
              </a:defRPr>
            </a:lvl7pPr>
            <a:lvl8pPr>
              <a:defRPr sz="1800" b="0">
                <a:solidFill>
                  <a:srgbClr val="586B7D"/>
                </a:solidFill>
                <a:latin typeface="Segoe UI"/>
                <a:ea typeface="Segoe UI"/>
                <a:cs typeface="Segoe UI"/>
              </a:defRPr>
            </a:lvl8pPr>
            <a:lvl9pPr>
              <a:defRPr sz="1800" b="0">
                <a:solidFill>
                  <a:srgbClr val="586B7D"/>
                </a:solidFill>
                <a:latin typeface="Segoe UI"/>
                <a:ea typeface="Segoe UI"/>
                <a:cs typeface="Segoe UI"/>
              </a:defRPr>
            </a:lvl9pPr>
          </a:lstStyle>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Fit the action to the</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supplier and account</a:t>
            </a:r>
          </a:p>
        </p:txBody>
      </p:sp>
      <p:sp>
        <p:nvSpPr>
          <p:cNvPr id="16" name="feedback-title">
            <a:extLst xmlns:a="http://schemas.openxmlformats.org/drawingml/2006/main">
              <a:ext uri="{FF2B5EF4-FFF2-40B4-BE49-F238E27FC236}">
                <a16:creationId xmlns:a16="http://schemas.microsoft.com/office/drawing/2014/main" id="{53F1BA15-C0AC-40AB-A263-C4562658D47A}"/>
              </a:ext>
            </a:extLst>
          </p:cNvPr>
          <p:cNvSpPr>
            <a:spLocks xmlns:a="http://schemas.openxmlformats.org/drawingml/2006/main" noGrp="1"/>
          </p:cNvSpPr>
          <p:nvPr/>
        </p:nvSpPr>
        <p:spPr>
          <a:xfrm xmlns:a="http://schemas.openxmlformats.org/drawingml/2006/main">
            <a:off x="8667750" y="2657475"/>
            <a:ext cx="2838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7344F"/>
                </a:solidFill>
                <a:latin typeface="Segoe UI"/>
                <a:ea typeface="Segoe UI"/>
                <a:cs typeface="Segoe UI"/>
              </a:defRPr>
            </a:defPPr>
            <a:lvl1pPr>
              <a:defRPr sz="2175" b="1">
                <a:solidFill>
                  <a:srgbClr val="17344F"/>
                </a:solidFill>
                <a:latin typeface="Segoe UI"/>
                <a:ea typeface="Segoe UI"/>
                <a:cs typeface="Segoe UI"/>
              </a:defRPr>
            </a:lvl1pPr>
            <a:lvl2pPr>
              <a:defRPr sz="2175" b="1">
                <a:solidFill>
                  <a:srgbClr val="17344F"/>
                </a:solidFill>
                <a:latin typeface="Segoe UI"/>
                <a:ea typeface="Segoe UI"/>
                <a:cs typeface="Segoe UI"/>
              </a:defRPr>
            </a:lvl2pPr>
            <a:lvl3pPr>
              <a:defRPr sz="2175" b="1">
                <a:solidFill>
                  <a:srgbClr val="17344F"/>
                </a:solidFill>
                <a:latin typeface="Segoe UI"/>
                <a:ea typeface="Segoe UI"/>
                <a:cs typeface="Segoe UI"/>
              </a:defRPr>
            </a:lvl3pPr>
            <a:lvl4pPr>
              <a:defRPr sz="2175" b="1">
                <a:solidFill>
                  <a:srgbClr val="17344F"/>
                </a:solidFill>
                <a:latin typeface="Segoe UI"/>
                <a:ea typeface="Segoe UI"/>
                <a:cs typeface="Segoe UI"/>
              </a:defRPr>
            </a:lvl4pPr>
            <a:lvl5pPr>
              <a:defRPr sz="2175" b="1">
                <a:solidFill>
                  <a:srgbClr val="17344F"/>
                </a:solidFill>
                <a:latin typeface="Segoe UI"/>
                <a:ea typeface="Segoe UI"/>
                <a:cs typeface="Segoe UI"/>
              </a:defRPr>
            </a:lvl5pPr>
            <a:lvl6pPr>
              <a:defRPr sz="2175" b="1">
                <a:solidFill>
                  <a:srgbClr val="17344F"/>
                </a:solidFill>
                <a:latin typeface="Segoe UI"/>
                <a:ea typeface="Segoe UI"/>
                <a:cs typeface="Segoe UI"/>
              </a:defRPr>
            </a:lvl6pPr>
            <a:lvl7pPr>
              <a:defRPr sz="2175" b="1">
                <a:solidFill>
                  <a:srgbClr val="17344F"/>
                </a:solidFill>
                <a:latin typeface="Segoe UI"/>
                <a:ea typeface="Segoe UI"/>
                <a:cs typeface="Segoe UI"/>
              </a:defRPr>
            </a:lvl7pPr>
            <a:lvl8pPr>
              <a:defRPr sz="2175" b="1">
                <a:solidFill>
                  <a:srgbClr val="17344F"/>
                </a:solidFill>
                <a:latin typeface="Segoe UI"/>
                <a:ea typeface="Segoe UI"/>
                <a:cs typeface="Segoe UI"/>
              </a:defRPr>
            </a:lvl8pPr>
            <a:lvl9pPr>
              <a:defRPr sz="2175" b="1">
                <a:solidFill>
                  <a:srgbClr val="17344F"/>
                </a:solidFill>
                <a:latin typeface="Segoe UI"/>
                <a:ea typeface="Segoe UI"/>
                <a:cs typeface="Segoe UI"/>
              </a:defRPr>
            </a:lvl9pPr>
          </a:lstStyle>
          <a:p xmlns:a="http://schemas.openxmlformats.org/drawingml/2006/main">
            <a:pPr>
              <a:defRPr sz="2175" b="1">
                <a:solidFill>
                  <a:srgbClr val="17344F"/>
                </a:solidFill>
                <a:latin typeface="Segoe UI"/>
                <a:ea typeface="Segoe UI"/>
                <a:cs typeface="Segoe UI"/>
              </a:defRPr>
            </a:pPr>
            <a:r>
              <a:rPr sz="2175" b="1">
                <a:solidFill>
                  <a:srgbClr val="17344F"/>
                </a:solidFill>
                <a:latin typeface="Segoe UI"/>
                <a:ea typeface="Segoe UI"/>
                <a:cs typeface="Segoe UI"/>
              </a:rPr>
              <a:t>Feedback &amp; outcomes</a:t>
            </a:r>
          </a:p>
        </p:txBody>
      </p:sp>
      <p:sp>
        <p:nvSpPr>
          <p:cNvPr id="17" name="feedback-body">
            <a:extLst xmlns:a="http://schemas.openxmlformats.org/drawingml/2006/main">
              <a:ext uri="{FF2B5EF4-FFF2-40B4-BE49-F238E27FC236}">
                <a16:creationId xmlns:a16="http://schemas.microsoft.com/office/drawing/2014/main" id="{9372C224-CE4E-4861-9C3F-6C6580BFB1DF}"/>
              </a:ext>
            </a:extLst>
          </p:cNvPr>
          <p:cNvSpPr>
            <a:spLocks xmlns:a="http://schemas.openxmlformats.org/drawingml/2006/main" noGrp="1"/>
          </p:cNvSpPr>
          <p:nvPr/>
        </p:nvSpPr>
        <p:spPr>
          <a:xfrm xmlns:a="http://schemas.openxmlformats.org/drawingml/2006/main">
            <a:off x="8667750" y="3429000"/>
            <a:ext cx="2838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B7D"/>
                </a:solidFill>
                <a:latin typeface="Segoe UI"/>
                <a:ea typeface="Segoe UI"/>
                <a:cs typeface="Segoe UI"/>
              </a:defRPr>
            </a:defPPr>
            <a:lvl1pPr>
              <a:defRPr sz="1800" b="0">
                <a:solidFill>
                  <a:srgbClr val="586B7D"/>
                </a:solidFill>
                <a:latin typeface="Segoe UI"/>
                <a:ea typeface="Segoe UI"/>
                <a:cs typeface="Segoe UI"/>
              </a:defRPr>
            </a:lvl1pPr>
            <a:lvl2pPr>
              <a:defRPr sz="1800" b="0">
                <a:solidFill>
                  <a:srgbClr val="586B7D"/>
                </a:solidFill>
                <a:latin typeface="Segoe UI"/>
                <a:ea typeface="Segoe UI"/>
                <a:cs typeface="Segoe UI"/>
              </a:defRPr>
            </a:lvl2pPr>
            <a:lvl3pPr>
              <a:defRPr sz="1800" b="0">
                <a:solidFill>
                  <a:srgbClr val="586B7D"/>
                </a:solidFill>
                <a:latin typeface="Segoe UI"/>
                <a:ea typeface="Segoe UI"/>
                <a:cs typeface="Segoe UI"/>
              </a:defRPr>
            </a:lvl3pPr>
            <a:lvl4pPr>
              <a:defRPr sz="1800" b="0">
                <a:solidFill>
                  <a:srgbClr val="586B7D"/>
                </a:solidFill>
                <a:latin typeface="Segoe UI"/>
                <a:ea typeface="Segoe UI"/>
                <a:cs typeface="Segoe UI"/>
              </a:defRPr>
            </a:lvl4pPr>
            <a:lvl5pPr>
              <a:defRPr sz="1800" b="0">
                <a:solidFill>
                  <a:srgbClr val="586B7D"/>
                </a:solidFill>
                <a:latin typeface="Segoe UI"/>
                <a:ea typeface="Segoe UI"/>
                <a:cs typeface="Segoe UI"/>
              </a:defRPr>
            </a:lvl5pPr>
            <a:lvl6pPr>
              <a:defRPr sz="1800" b="0">
                <a:solidFill>
                  <a:srgbClr val="586B7D"/>
                </a:solidFill>
                <a:latin typeface="Segoe UI"/>
                <a:ea typeface="Segoe UI"/>
                <a:cs typeface="Segoe UI"/>
              </a:defRPr>
            </a:lvl6pPr>
            <a:lvl7pPr>
              <a:defRPr sz="1800" b="0">
                <a:solidFill>
                  <a:srgbClr val="586B7D"/>
                </a:solidFill>
                <a:latin typeface="Segoe UI"/>
                <a:ea typeface="Segoe UI"/>
                <a:cs typeface="Segoe UI"/>
              </a:defRPr>
            </a:lvl7pPr>
            <a:lvl8pPr>
              <a:defRPr sz="1800" b="0">
                <a:solidFill>
                  <a:srgbClr val="586B7D"/>
                </a:solidFill>
                <a:latin typeface="Segoe UI"/>
                <a:ea typeface="Segoe UI"/>
                <a:cs typeface="Segoe UI"/>
              </a:defRPr>
            </a:lvl8pPr>
            <a:lvl9pPr>
              <a:defRPr sz="1800" b="0">
                <a:solidFill>
                  <a:srgbClr val="586B7D"/>
                </a:solidFill>
                <a:latin typeface="Segoe UI"/>
                <a:ea typeface="Segoe UI"/>
                <a:cs typeface="Segoe UI"/>
              </a:defRPr>
            </a:lvl9pPr>
          </a:lstStyle>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Approve or reject,</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record a reason, and</a:t>
            </a:r>
          </a:p>
          <a:p xmlns:a="http://schemas.openxmlformats.org/drawingml/2006/main">
            <a:pPr>
              <a:defRPr sz="1800" b="0">
                <a:solidFill>
                  <a:srgbClr val="586B7D"/>
                </a:solidFill>
                <a:latin typeface="Segoe UI"/>
                <a:ea typeface="Segoe UI"/>
                <a:cs typeface="Segoe UI"/>
              </a:defRPr>
            </a:pPr>
            <a:r>
              <a:rPr sz="1800" b="0">
                <a:solidFill>
                  <a:srgbClr val="586B7D"/>
                </a:solidFill>
                <a:latin typeface="Segoe UI"/>
                <a:ea typeface="Segoe UI"/>
                <a:cs typeface="Segoe UI"/>
              </a:rPr>
              <a:t>track what happened next</a:t>
            </a:r>
          </a:p>
        </p:txBody>
      </p:sp>
      <p:sp>
        <p:nvSpPr>
          <p:cNvPr id="18" name="evaluate-and-improve">
            <a:extLst xmlns:a="http://schemas.openxmlformats.org/drawingml/2006/main">
              <a:ext uri="{FF2B5EF4-FFF2-40B4-BE49-F238E27FC236}">
                <a16:creationId xmlns:a16="http://schemas.microsoft.com/office/drawing/2014/main" id="{BCFB94DB-241E-469A-9115-3C534FCBD426}"/>
              </a:ext>
            </a:extLst>
          </p:cNvPr>
          <p:cNvSpPr>
            <a:spLocks xmlns:a="http://schemas.openxmlformats.org/drawingml/2006/main" noGrp="1"/>
          </p:cNvSpPr>
          <p:nvPr/>
        </p:nvSpPr>
        <p:spPr>
          <a:xfrm xmlns:a="http://schemas.openxmlformats.org/drawingml/2006/main">
            <a:off x="4524375" y="5143500"/>
            <a:ext cx="3048000" cy="571500"/>
          </a:xfrm>
          <a:prstGeom xmlns:a="http://schemas.openxmlformats.org/drawingml/2006/main" prst="rect">
            <a:avLst/>
          </a:prstGeom>
          <a:noFill xmlns:a="http://schemas.openxmlformats.org/drawingml/2006/main"/>
          <a:ln xmlns:a="http://schemas.openxmlformats.org/drawingml/2006/main" w="0">
            <a:noFill/>
          </a:ln>
        </p:spPr>
      </p:sp>
      <p:sp>
        <p:nvSpPr>
          <p:cNvPr id="19" name="learn-title">
            <a:extLst xmlns:a="http://schemas.openxmlformats.org/drawingml/2006/main">
              <a:ext uri="{FF2B5EF4-FFF2-40B4-BE49-F238E27FC236}">
                <a16:creationId xmlns:a16="http://schemas.microsoft.com/office/drawing/2014/main" id="{82066CD0-25EE-457B-8FFF-4573DBE2D93A}"/>
              </a:ext>
            </a:extLst>
          </p:cNvPr>
          <p:cNvSpPr>
            <a:spLocks xmlns:a="http://schemas.openxmlformats.org/drawingml/2006/main" noGrp="1"/>
          </p:cNvSpPr>
          <p:nvPr/>
        </p:nvSpPr>
        <p:spPr>
          <a:xfrm xmlns:a="http://schemas.openxmlformats.org/drawingml/2006/main">
            <a:off x="4610100" y="51149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37C75"/>
                </a:solidFill>
                <a:latin typeface="Segoe UI"/>
                <a:ea typeface="Segoe UI"/>
                <a:cs typeface="Segoe UI"/>
              </a:defRPr>
            </a:defPPr>
            <a:lvl1pPr>
              <a:defRPr sz="2025" b="1">
                <a:solidFill>
                  <a:srgbClr val="237C75"/>
                </a:solidFill>
                <a:latin typeface="Segoe UI"/>
                <a:ea typeface="Segoe UI"/>
                <a:cs typeface="Segoe UI"/>
              </a:defRPr>
            </a:lvl1pPr>
            <a:lvl2pPr>
              <a:defRPr sz="2025" b="1">
                <a:solidFill>
                  <a:srgbClr val="237C75"/>
                </a:solidFill>
                <a:latin typeface="Segoe UI"/>
                <a:ea typeface="Segoe UI"/>
                <a:cs typeface="Segoe UI"/>
              </a:defRPr>
            </a:lvl2pPr>
            <a:lvl3pPr>
              <a:defRPr sz="2025" b="1">
                <a:solidFill>
                  <a:srgbClr val="237C75"/>
                </a:solidFill>
                <a:latin typeface="Segoe UI"/>
                <a:ea typeface="Segoe UI"/>
                <a:cs typeface="Segoe UI"/>
              </a:defRPr>
            </a:lvl3pPr>
            <a:lvl4pPr>
              <a:defRPr sz="2025" b="1">
                <a:solidFill>
                  <a:srgbClr val="237C75"/>
                </a:solidFill>
                <a:latin typeface="Segoe UI"/>
                <a:ea typeface="Segoe UI"/>
                <a:cs typeface="Segoe UI"/>
              </a:defRPr>
            </a:lvl4pPr>
            <a:lvl5pPr>
              <a:defRPr sz="2025" b="1">
                <a:solidFill>
                  <a:srgbClr val="237C75"/>
                </a:solidFill>
                <a:latin typeface="Segoe UI"/>
                <a:ea typeface="Segoe UI"/>
                <a:cs typeface="Segoe UI"/>
              </a:defRPr>
            </a:lvl5pPr>
            <a:lvl6pPr>
              <a:defRPr sz="2025" b="1">
                <a:solidFill>
                  <a:srgbClr val="237C75"/>
                </a:solidFill>
                <a:latin typeface="Segoe UI"/>
                <a:ea typeface="Segoe UI"/>
                <a:cs typeface="Segoe UI"/>
              </a:defRPr>
            </a:lvl6pPr>
            <a:lvl7pPr>
              <a:defRPr sz="2025" b="1">
                <a:solidFill>
                  <a:srgbClr val="237C75"/>
                </a:solidFill>
                <a:latin typeface="Segoe UI"/>
                <a:ea typeface="Segoe UI"/>
                <a:cs typeface="Segoe UI"/>
              </a:defRPr>
            </a:lvl7pPr>
            <a:lvl8pPr>
              <a:defRPr sz="2025" b="1">
                <a:solidFill>
                  <a:srgbClr val="237C75"/>
                </a:solidFill>
                <a:latin typeface="Segoe UI"/>
                <a:ea typeface="Segoe UI"/>
                <a:cs typeface="Segoe UI"/>
              </a:defRPr>
            </a:lvl8pPr>
            <a:lvl9pPr>
              <a:defRPr sz="2025" b="1">
                <a:solidFill>
                  <a:srgbClr val="237C75"/>
                </a:solidFill>
                <a:latin typeface="Segoe UI"/>
                <a:ea typeface="Segoe UI"/>
                <a:cs typeface="Segoe UI"/>
              </a:defRPr>
            </a:lvl9pPr>
          </a:lstStyle>
          <a:p xmlns:a="http://schemas.openxmlformats.org/drawingml/2006/main">
            <a:pPr>
              <a:defRPr sz="2025" b="1">
                <a:solidFill>
                  <a:srgbClr val="237C75"/>
                </a:solidFill>
                <a:latin typeface="Segoe UI"/>
                <a:ea typeface="Segoe UI"/>
                <a:cs typeface="Segoe UI"/>
              </a:defRPr>
            </a:pPr>
            <a:r>
              <a:rPr sz="2025" b="1">
                <a:solidFill>
                  <a:srgbClr val="237C75"/>
                </a:solidFill>
                <a:latin typeface="Segoe UI"/>
                <a:ea typeface="Segoe UI"/>
                <a:cs typeface="Segoe UI"/>
              </a:rPr>
              <a:t>Evaluate &amp; improve</a:t>
            </a:r>
          </a:p>
        </p:txBody>
      </p:sp>
      <p:sp>
        <p:nvSpPr>
          <p:cNvPr id="20" name="learn-body">
            <a:extLst xmlns:a="http://schemas.openxmlformats.org/drawingml/2006/main">
              <a:ext uri="{FF2B5EF4-FFF2-40B4-BE49-F238E27FC236}">
                <a16:creationId xmlns:a16="http://schemas.microsoft.com/office/drawing/2014/main" id="{57E86AFD-7D79-4451-9956-4BD79A6A115E}"/>
              </a:ext>
            </a:extLst>
          </p:cNvPr>
          <p:cNvSpPr>
            <a:spLocks xmlns:a="http://schemas.openxmlformats.org/drawingml/2006/main" noGrp="1"/>
          </p:cNvSpPr>
          <p:nvPr/>
        </p:nvSpPr>
        <p:spPr>
          <a:xfrm xmlns:a="http://schemas.openxmlformats.org/drawingml/2006/main">
            <a:off x="4457700" y="5619750"/>
            <a:ext cx="338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B7D"/>
                </a:solidFill>
                <a:latin typeface="Segoe UI"/>
                <a:ea typeface="Segoe UI"/>
                <a:cs typeface="Segoe UI"/>
              </a:defRPr>
            </a:defPPr>
            <a:lvl1pPr>
              <a:defRPr sz="1650" b="0">
                <a:solidFill>
                  <a:srgbClr val="586B7D"/>
                </a:solidFill>
                <a:latin typeface="Segoe UI"/>
                <a:ea typeface="Segoe UI"/>
                <a:cs typeface="Segoe UI"/>
              </a:defRPr>
            </a:lvl1pPr>
            <a:lvl2pPr>
              <a:defRPr sz="1650" b="0">
                <a:solidFill>
                  <a:srgbClr val="586B7D"/>
                </a:solidFill>
                <a:latin typeface="Segoe UI"/>
                <a:ea typeface="Segoe UI"/>
                <a:cs typeface="Segoe UI"/>
              </a:defRPr>
            </a:lvl2pPr>
            <a:lvl3pPr>
              <a:defRPr sz="1650" b="0">
                <a:solidFill>
                  <a:srgbClr val="586B7D"/>
                </a:solidFill>
                <a:latin typeface="Segoe UI"/>
                <a:ea typeface="Segoe UI"/>
                <a:cs typeface="Segoe UI"/>
              </a:defRPr>
            </a:lvl3pPr>
            <a:lvl4pPr>
              <a:defRPr sz="1650" b="0">
                <a:solidFill>
                  <a:srgbClr val="586B7D"/>
                </a:solidFill>
                <a:latin typeface="Segoe UI"/>
                <a:ea typeface="Segoe UI"/>
                <a:cs typeface="Segoe UI"/>
              </a:defRPr>
            </a:lvl4pPr>
            <a:lvl5pPr>
              <a:defRPr sz="1650" b="0">
                <a:solidFill>
                  <a:srgbClr val="586B7D"/>
                </a:solidFill>
                <a:latin typeface="Segoe UI"/>
                <a:ea typeface="Segoe UI"/>
                <a:cs typeface="Segoe UI"/>
              </a:defRPr>
            </a:lvl5pPr>
            <a:lvl6pPr>
              <a:defRPr sz="1650" b="0">
                <a:solidFill>
                  <a:srgbClr val="586B7D"/>
                </a:solidFill>
                <a:latin typeface="Segoe UI"/>
                <a:ea typeface="Segoe UI"/>
                <a:cs typeface="Segoe UI"/>
              </a:defRPr>
            </a:lvl6pPr>
            <a:lvl7pPr>
              <a:defRPr sz="1650" b="0">
                <a:solidFill>
                  <a:srgbClr val="586B7D"/>
                </a:solidFill>
                <a:latin typeface="Segoe UI"/>
                <a:ea typeface="Segoe UI"/>
                <a:cs typeface="Segoe UI"/>
              </a:defRPr>
            </a:lvl7pPr>
            <a:lvl8pPr>
              <a:defRPr sz="1650" b="0">
                <a:solidFill>
                  <a:srgbClr val="586B7D"/>
                </a:solidFill>
                <a:latin typeface="Segoe UI"/>
                <a:ea typeface="Segoe UI"/>
                <a:cs typeface="Segoe UI"/>
              </a:defRPr>
            </a:lvl8pPr>
            <a:lvl9pPr>
              <a:defRPr sz="1650" b="0">
                <a:solidFill>
                  <a:srgbClr val="586B7D"/>
                </a:solidFill>
                <a:latin typeface="Segoe UI"/>
                <a:ea typeface="Segoe UI"/>
                <a:cs typeface="Segoe UI"/>
              </a:defRPr>
            </a:lvl9pPr>
          </a:lstStyle>
          <a:p xmlns:a="http://schemas.openxmlformats.org/drawingml/2006/main">
            <a:pPr>
              <a:defRPr sz="1650" b="0">
                <a:solidFill>
                  <a:srgbClr val="586B7D"/>
                </a:solidFill>
                <a:latin typeface="Segoe UI"/>
                <a:ea typeface="Segoe UI"/>
                <a:cs typeface="Segoe UI"/>
              </a:defRPr>
            </a:pPr>
            <a:r>
              <a:rPr sz="1650" b="0">
                <a:solidFill>
                  <a:srgbClr val="586B7D"/>
                </a:solidFill>
                <a:latin typeface="Segoe UI"/>
                <a:ea typeface="Segoe UI"/>
                <a:cs typeface="Segoe UI"/>
              </a:rPr>
              <a:t>Test changes before release</a:t>
            </a:r>
          </a:p>
        </p:txBody>
      </p:sp>
      <p:sp>
        <p:nvSpPr>
          <p:cNvPr id="21" name="future-disclosure">
            <a:extLst xmlns:a="http://schemas.openxmlformats.org/drawingml/2006/main">
              <a:ext uri="{FF2B5EF4-FFF2-40B4-BE49-F238E27FC236}">
                <a16:creationId xmlns:a16="http://schemas.microsoft.com/office/drawing/2014/main" id="{0EC42D3F-FB99-4938-9051-FD0381F28C8F}"/>
              </a:ext>
            </a:extLst>
          </p:cNvPr>
          <p:cNvSpPr>
            <a:spLocks xmlns:a="http://schemas.openxmlformats.org/drawingml/2006/main" noGrp="1"/>
          </p:cNvSpPr>
          <p:nvPr/>
        </p:nvSpPr>
        <p:spPr>
          <a:xfrm xmlns:a="http://schemas.openxmlformats.org/drawingml/2006/main">
            <a:off x="685800" y="62388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86B7D"/>
                </a:solidFill>
                <a:latin typeface="Segoe UI"/>
                <a:ea typeface="Segoe UI"/>
                <a:cs typeface="Segoe UI"/>
              </a:defRPr>
            </a:defPPr>
            <a:lvl1pPr>
              <a:defRPr sz="1500" b="0">
                <a:solidFill>
                  <a:srgbClr val="586B7D"/>
                </a:solidFill>
                <a:latin typeface="Segoe UI"/>
                <a:ea typeface="Segoe UI"/>
                <a:cs typeface="Segoe UI"/>
              </a:defRPr>
            </a:lvl1pPr>
            <a:lvl2pPr>
              <a:defRPr sz="1500" b="0">
                <a:solidFill>
                  <a:srgbClr val="586B7D"/>
                </a:solidFill>
                <a:latin typeface="Segoe UI"/>
                <a:ea typeface="Segoe UI"/>
                <a:cs typeface="Segoe UI"/>
              </a:defRPr>
            </a:lvl2pPr>
            <a:lvl3pPr>
              <a:defRPr sz="1500" b="0">
                <a:solidFill>
                  <a:srgbClr val="586B7D"/>
                </a:solidFill>
                <a:latin typeface="Segoe UI"/>
                <a:ea typeface="Segoe UI"/>
                <a:cs typeface="Segoe UI"/>
              </a:defRPr>
            </a:lvl3pPr>
            <a:lvl4pPr>
              <a:defRPr sz="1500" b="0">
                <a:solidFill>
                  <a:srgbClr val="586B7D"/>
                </a:solidFill>
                <a:latin typeface="Segoe UI"/>
                <a:ea typeface="Segoe UI"/>
                <a:cs typeface="Segoe UI"/>
              </a:defRPr>
            </a:lvl4pPr>
            <a:lvl5pPr>
              <a:defRPr sz="1500" b="0">
                <a:solidFill>
                  <a:srgbClr val="586B7D"/>
                </a:solidFill>
                <a:latin typeface="Segoe UI"/>
                <a:ea typeface="Segoe UI"/>
                <a:cs typeface="Segoe UI"/>
              </a:defRPr>
            </a:lvl5pPr>
            <a:lvl6pPr>
              <a:defRPr sz="1500" b="0">
                <a:solidFill>
                  <a:srgbClr val="586B7D"/>
                </a:solidFill>
                <a:latin typeface="Segoe UI"/>
                <a:ea typeface="Segoe UI"/>
                <a:cs typeface="Segoe UI"/>
              </a:defRPr>
            </a:lvl6pPr>
            <a:lvl7pPr>
              <a:defRPr sz="1500" b="0">
                <a:solidFill>
                  <a:srgbClr val="586B7D"/>
                </a:solidFill>
                <a:latin typeface="Segoe UI"/>
                <a:ea typeface="Segoe UI"/>
                <a:cs typeface="Segoe UI"/>
              </a:defRPr>
            </a:lvl7pPr>
            <a:lvl8pPr>
              <a:defRPr sz="1500" b="0">
                <a:solidFill>
                  <a:srgbClr val="586B7D"/>
                </a:solidFill>
                <a:latin typeface="Segoe UI"/>
                <a:ea typeface="Segoe UI"/>
                <a:cs typeface="Segoe UI"/>
              </a:defRPr>
            </a:lvl8pPr>
            <a:lvl9pPr>
              <a:defRPr sz="1500" b="0">
                <a:solidFill>
                  <a:srgbClr val="586B7D"/>
                </a:solidFill>
                <a:latin typeface="Segoe UI"/>
                <a:ea typeface="Segoe UI"/>
                <a:cs typeface="Segoe UI"/>
              </a:defRPr>
            </a:lvl9pPr>
          </a:lstStyle>
          <a:p xmlns:a="http://schemas.openxmlformats.org/drawingml/2006/main">
            <a:pPr>
              <a:defRPr sz="1500" b="0">
                <a:solidFill>
                  <a:srgbClr val="586B7D"/>
                </a:solidFill>
                <a:latin typeface="Segoe UI"/>
                <a:ea typeface="Segoe UI"/>
                <a:cs typeface="Segoe UI"/>
              </a:defRPr>
            </a:pPr>
            <a:r>
              <a:rPr sz="1500" b="0">
                <a:solidFill>
                  <a:srgbClr val="586B7D"/>
                </a:solidFill>
                <a:latin typeface="Segoe UI"/>
                <a:ea typeface="Segoe UI"/>
                <a:cs typeface="Segoe UI"/>
              </a:rPr>
              <a:t>Planned capability. Today’s approve/reject decisions do not retrain a model.</a:t>
            </a:r>
          </a:p>
        </p:txBody>
      </p:sp>
    </p:spTree>
    <p:extLst>
      <p:ext uri="{BB962C8B-B14F-4D97-AF65-F5344CB8AC3E}">
        <p14:creationId xmlns:p14="http://schemas.microsoft.com/office/powerpoint/2010/main" val="2108825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2026-10-22T03:02:49.7320000Z</dcterms:created>
  <dcterms:modified xsi:type="dcterms:W3CDTF">2026-10-22T03:02:49.7320000Z</dcterms:modified>
</coreProperties>
</file>